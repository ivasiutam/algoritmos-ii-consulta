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2" r:id="rId9"/>
    <p:sldId id="263" r:id="rId1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1C9CB-E787-4F79-B4F9-4313D6937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F647FF-A934-422D-B2EB-023DDCD65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F2C63-68D2-475B-8996-BCBAADE2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2778D6-08CE-40EC-86D4-F6C2941E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523144-1102-4539-B6BF-3832CB2C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7409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2671B-31B7-49CD-AC30-3FC89BEA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1CEBD0-B23F-41BA-B86A-1E231E75F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CF9B27-42EE-45B5-B60D-6729A464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012D86-9348-4392-B189-CE738494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A22A38-86F3-47BE-8E4E-8E3AEF01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580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1BF4E-1C90-4123-965C-C0C33C57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BB90BE-CB62-4778-AC1E-E9A79AED4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C6FD06-A13F-46CD-9571-3BCAA43B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C293E1-4110-48FB-A991-BCC5425C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B4DBBD-01A0-4E27-99EC-F89ED8F2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6055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ADAE9-D709-4109-9B96-A97694ED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6E85A-C357-48CB-AD5E-E2C4A8C33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CF3562-D132-4AD3-AC7D-62C04D21F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FBC44B-2AFF-42EE-9B82-BFFF1243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48EC7D-0F64-43A6-BF96-7AA017D7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B689FD-06AF-4F28-8F8E-1F7DD033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31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A0E3EA-76A8-4768-83D5-4B4BA258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A5213B-14B3-4830-9102-CD2F8AF65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B3771D-6424-4B4F-9B96-0AB5F26F3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7A08AB-857F-434C-B2D7-4C4DB81DF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B6948C-6524-48D0-8254-C026942A8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55B870-28FF-41AB-B9A4-3AF5D53A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0D0E0A-C313-4F78-8D08-CCF6416C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ECEA2C-7E1A-4F14-A685-1B3AF81B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45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5893C-A23B-48EC-9C79-E7F665C6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F37F9C-0AC1-42B7-8F81-797B380C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ACB9AD-C5BB-4BE7-95E6-253ABC23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B3E5CF-C225-4534-BE74-913BAC64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294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887C7A-16C3-45F7-AD2E-E62E0566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7CE7B8-6D21-44DB-99E9-06645535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C9D063-EDDA-42C3-8764-D20E7667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614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B8EFD-A996-40F8-83AF-C99C4F4F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075578-9820-4DF9-B426-B3870C463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8A9494-1562-48B9-B8C8-08498008A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4F6DCA-8539-40D1-8E14-E7AD5793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47992D-ED09-4D2E-AAB4-8D7EB753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5787E7-3C99-4B56-9870-203A1741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230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C5AF8-7677-4EB3-8677-04B3ECA9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045AF9-E0CC-48C8-B168-9B95BAE1F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81DE8A-115E-41B4-A72E-823DA8519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C0294A-CBEB-4F50-8253-9E8BBC5D4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9A2729-32C1-4725-9173-71DD7C14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4E34E8-57BB-4DCA-99F0-E1FA4F5E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053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0C51D-4D5B-4DE0-9577-14C84BB4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2B72CF-B400-4BC3-957A-C1F33A78A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ED8F2-6C47-4628-8E77-57433219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6B0D36-1358-4586-8D54-EB919A24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5DD70D-89CE-4FF5-8050-6B8823D2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799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16CAB3-7946-4834-9658-614603651F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9CB89F-F64A-4105-966A-5A3D0BEBC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C00114-DE8A-45D0-A6BB-5F03A24D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CBC4AE-F7CC-4724-AB6C-40789572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C2A59B-E9C2-4C1E-8B15-61502311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241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BCD1523-11D2-41F5-BD9E-05FC55B0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F70B7D-F58C-4A75-B35D-8BA3CC4E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2430B0-656A-4E9E-85B0-5D52A60ED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00017-785F-49BF-8AA4-BD2C3BD90708}" type="datetimeFigureOut">
              <a:rPr lang="es-AR" smtClean="0"/>
              <a:t>14/5/2025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9A8075-87EE-47AE-8D05-0F42A7C98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FB9659-D4D8-43A0-8EE2-245B66285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38ED1-9C36-4406-B27F-94C4A03B2B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572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56500C9-62CC-4396-8E58-511D82DF0E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1" t="14668" r="29239" b="22112"/>
          <a:stretch/>
        </p:blipFill>
        <p:spPr>
          <a:xfrm>
            <a:off x="1232452" y="74971"/>
            <a:ext cx="9250017" cy="67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8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E4558BD-7F1D-4FFC-90A2-6D57042913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22" t="20081" r="25000" b="10320"/>
          <a:stretch/>
        </p:blipFill>
        <p:spPr>
          <a:xfrm>
            <a:off x="1379620" y="279262"/>
            <a:ext cx="9336505" cy="652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3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6AA98BB-8753-4D03-994B-E05476400C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16" t="17294" r="24342" b="8752"/>
          <a:stretch/>
        </p:blipFill>
        <p:spPr>
          <a:xfrm>
            <a:off x="1860885" y="480819"/>
            <a:ext cx="8694820" cy="636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5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2517C29-5452-46E6-A7A8-33896D707D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73" t="17528" r="24737" b="8752"/>
          <a:stretch/>
        </p:blipFill>
        <p:spPr>
          <a:xfrm>
            <a:off x="2326105" y="628252"/>
            <a:ext cx="7539789" cy="560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23E3CA8-BC1C-4CA3-8AB7-E1E4A83920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48" t="14719" r="24342" b="10858"/>
          <a:stretch/>
        </p:blipFill>
        <p:spPr>
          <a:xfrm>
            <a:off x="1309902" y="272717"/>
            <a:ext cx="9053297" cy="667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9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053036A-8DE5-4909-8D02-B6D77DFF5B7D}"/>
              </a:ext>
            </a:extLst>
          </p:cNvPr>
          <p:cNvSpPr/>
          <p:nvPr/>
        </p:nvSpPr>
        <p:spPr>
          <a:xfrm>
            <a:off x="1973179" y="1228397"/>
            <a:ext cx="729915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/>
              <a:t>#</a:t>
            </a:r>
            <a:r>
              <a:rPr lang="es-AR" sz="2800" dirty="0" err="1"/>
              <a:t>include</a:t>
            </a:r>
            <a:r>
              <a:rPr lang="es-AR" sz="2800" dirty="0"/>
              <a:t> &lt;</a:t>
            </a:r>
            <a:r>
              <a:rPr lang="es-AR" sz="2800" dirty="0" err="1"/>
              <a:t>stdio.h</a:t>
            </a:r>
            <a:r>
              <a:rPr lang="es-AR" sz="2800" dirty="0"/>
              <a:t>&gt;</a:t>
            </a:r>
          </a:p>
          <a:p>
            <a:r>
              <a:rPr lang="es-AR" sz="2800" dirty="0"/>
              <a:t>#</a:t>
            </a:r>
            <a:r>
              <a:rPr lang="es-AR" sz="2800" dirty="0" err="1"/>
              <a:t>include</a:t>
            </a:r>
            <a:r>
              <a:rPr lang="es-AR" sz="2800" dirty="0"/>
              <a:t> &lt;</a:t>
            </a:r>
            <a:r>
              <a:rPr lang="es-AR" sz="2800" dirty="0" err="1"/>
              <a:t>stdlib.h</a:t>
            </a:r>
            <a:r>
              <a:rPr lang="es-AR" sz="2800" dirty="0"/>
              <a:t>&gt;</a:t>
            </a:r>
          </a:p>
          <a:p>
            <a:r>
              <a:rPr lang="es-AR" sz="2800" dirty="0"/>
              <a:t>#</a:t>
            </a:r>
            <a:r>
              <a:rPr lang="es-AR" sz="2800" dirty="0" err="1"/>
              <a:t>include</a:t>
            </a:r>
            <a:r>
              <a:rPr lang="es-AR" sz="2800" dirty="0"/>
              <a:t> &lt;</a:t>
            </a:r>
            <a:r>
              <a:rPr lang="es-AR" sz="2800" dirty="0" err="1"/>
              <a:t>stdbool.h</a:t>
            </a:r>
            <a:r>
              <a:rPr lang="es-AR" sz="2800" dirty="0"/>
              <a:t>&gt;</a:t>
            </a:r>
          </a:p>
          <a:p>
            <a:endParaRPr lang="es-AR" sz="2800" dirty="0"/>
          </a:p>
          <a:p>
            <a:r>
              <a:rPr lang="es-AR" sz="2800" dirty="0" err="1"/>
              <a:t>struct</a:t>
            </a:r>
            <a:r>
              <a:rPr lang="es-AR" sz="2800" dirty="0"/>
              <a:t> nodo {</a:t>
            </a:r>
          </a:p>
          <a:p>
            <a:r>
              <a:rPr lang="es-AR" sz="2800" dirty="0"/>
              <a:t>    </a:t>
            </a:r>
            <a:r>
              <a:rPr lang="es-AR" sz="2800" dirty="0" err="1"/>
              <a:t>int</a:t>
            </a:r>
            <a:r>
              <a:rPr lang="es-AR" sz="2800" dirty="0"/>
              <a:t> </a:t>
            </a:r>
            <a:r>
              <a:rPr lang="es-AR" sz="2800" dirty="0" err="1"/>
              <a:t>info</a:t>
            </a:r>
            <a:r>
              <a:rPr lang="es-AR" sz="2800" dirty="0"/>
              <a:t>;</a:t>
            </a:r>
          </a:p>
          <a:p>
            <a:r>
              <a:rPr lang="es-AR" sz="2800" dirty="0"/>
              <a:t>    </a:t>
            </a:r>
            <a:r>
              <a:rPr lang="es-AR" sz="2800" dirty="0" err="1"/>
              <a:t>struct</a:t>
            </a:r>
            <a:r>
              <a:rPr lang="es-AR" sz="2800" dirty="0"/>
              <a:t> nodo *</a:t>
            </a:r>
            <a:r>
              <a:rPr lang="es-AR" sz="2800" dirty="0" err="1"/>
              <a:t>sig</a:t>
            </a:r>
            <a:r>
              <a:rPr lang="es-AR" sz="2800" dirty="0"/>
              <a:t>;</a:t>
            </a:r>
          </a:p>
          <a:p>
            <a:r>
              <a:rPr lang="es-AR" sz="2800" dirty="0"/>
              <a:t>};</a:t>
            </a:r>
          </a:p>
          <a:p>
            <a:endParaRPr lang="es-AR" sz="2800" dirty="0"/>
          </a:p>
          <a:p>
            <a:r>
              <a:rPr lang="es-AR" sz="2800" dirty="0" err="1"/>
              <a:t>typedef</a:t>
            </a:r>
            <a:r>
              <a:rPr lang="es-AR" sz="2800" dirty="0"/>
              <a:t> </a:t>
            </a:r>
            <a:r>
              <a:rPr lang="es-AR" sz="2800" dirty="0" err="1"/>
              <a:t>struct</a:t>
            </a:r>
            <a:r>
              <a:rPr lang="es-AR" sz="2800" dirty="0"/>
              <a:t> nodo *</a:t>
            </a:r>
            <a:r>
              <a:rPr lang="es-AR" sz="2800" dirty="0" err="1"/>
              <a:t>tipoPila</a:t>
            </a:r>
            <a:r>
              <a:rPr lang="es-AR" sz="2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9007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5287FFA-F09D-4DBA-8710-508C1B566704}"/>
              </a:ext>
            </a:extLst>
          </p:cNvPr>
          <p:cNvSpPr/>
          <p:nvPr/>
        </p:nvSpPr>
        <p:spPr>
          <a:xfrm>
            <a:off x="1630017" y="1192696"/>
            <a:ext cx="751398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000" dirty="0" err="1"/>
              <a:t>bool</a:t>
            </a:r>
            <a:r>
              <a:rPr lang="es-AR" sz="4000" dirty="0"/>
              <a:t> </a:t>
            </a:r>
            <a:r>
              <a:rPr lang="es-AR" sz="4000" dirty="0" err="1"/>
              <a:t>esVacia</a:t>
            </a:r>
            <a:r>
              <a:rPr lang="es-AR" sz="4000" dirty="0"/>
              <a:t>(</a:t>
            </a:r>
            <a:r>
              <a:rPr lang="es-AR" sz="4000" dirty="0" err="1"/>
              <a:t>tipoPila</a:t>
            </a:r>
            <a:r>
              <a:rPr lang="es-AR" sz="4000" dirty="0"/>
              <a:t> </a:t>
            </a:r>
            <a:r>
              <a:rPr lang="es-AR" sz="4000" dirty="0" smtClean="0"/>
              <a:t>Pila){</a:t>
            </a:r>
            <a:endParaRPr lang="es-AR" sz="4000" dirty="0"/>
          </a:p>
          <a:p>
            <a:r>
              <a:rPr lang="es-AR" sz="4000" dirty="0"/>
              <a:t>    </a:t>
            </a:r>
            <a:r>
              <a:rPr lang="es-AR" sz="4000" dirty="0" err="1"/>
              <a:t>if</a:t>
            </a:r>
            <a:r>
              <a:rPr lang="es-AR" sz="4000" dirty="0"/>
              <a:t> (</a:t>
            </a:r>
            <a:r>
              <a:rPr lang="es-AR" sz="4000" dirty="0" smtClean="0"/>
              <a:t>Pila </a:t>
            </a:r>
            <a:r>
              <a:rPr lang="es-AR" sz="4000" dirty="0"/>
              <a:t>== </a:t>
            </a:r>
            <a:r>
              <a:rPr lang="es-AR" sz="4000" dirty="0" err="1"/>
              <a:t>NULL</a:t>
            </a:r>
            <a:r>
              <a:rPr lang="es-AR" sz="4000" dirty="0"/>
              <a:t>){</a:t>
            </a:r>
          </a:p>
          <a:p>
            <a:r>
              <a:rPr lang="es-AR" sz="4000" dirty="0"/>
              <a:t>        </a:t>
            </a:r>
            <a:r>
              <a:rPr lang="es-AR" sz="4000" dirty="0" err="1"/>
              <a:t>return</a:t>
            </a:r>
            <a:r>
              <a:rPr lang="es-AR" sz="4000" dirty="0"/>
              <a:t> (true);</a:t>
            </a:r>
          </a:p>
          <a:p>
            <a:r>
              <a:rPr lang="es-AR" sz="4000" dirty="0"/>
              <a:t>    }</a:t>
            </a:r>
          </a:p>
          <a:p>
            <a:r>
              <a:rPr lang="es-AR" sz="4000" dirty="0"/>
              <a:t>    </a:t>
            </a:r>
            <a:r>
              <a:rPr lang="es-AR" sz="4000" dirty="0" err="1"/>
              <a:t>else</a:t>
            </a:r>
            <a:r>
              <a:rPr lang="es-AR" sz="4000" dirty="0"/>
              <a:t> {</a:t>
            </a:r>
          </a:p>
          <a:p>
            <a:r>
              <a:rPr lang="es-AR" sz="4000" dirty="0"/>
              <a:t>        </a:t>
            </a:r>
            <a:r>
              <a:rPr lang="es-AR" sz="4000" dirty="0" err="1"/>
              <a:t>return</a:t>
            </a:r>
            <a:r>
              <a:rPr lang="es-AR" sz="4000" dirty="0"/>
              <a:t> (false);</a:t>
            </a:r>
          </a:p>
          <a:p>
            <a:r>
              <a:rPr lang="es-AR" sz="4000" dirty="0"/>
              <a:t>    }</a:t>
            </a:r>
          </a:p>
          <a:p>
            <a:r>
              <a:rPr lang="es-AR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64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8E10D91-2CD7-41CB-B471-E7553EBB448E}"/>
              </a:ext>
            </a:extLst>
          </p:cNvPr>
          <p:cNvSpPr/>
          <p:nvPr/>
        </p:nvSpPr>
        <p:spPr>
          <a:xfrm>
            <a:off x="1058783" y="1443841"/>
            <a:ext cx="1085571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000" dirty="0" err="1"/>
              <a:t>void</a:t>
            </a:r>
            <a:r>
              <a:rPr lang="es-AR" sz="4000" dirty="0"/>
              <a:t> crear (</a:t>
            </a:r>
            <a:r>
              <a:rPr lang="es-AR" sz="4000" dirty="0" err="1" smtClean="0"/>
              <a:t>tipoPila</a:t>
            </a:r>
            <a:r>
              <a:rPr lang="es-AR" sz="4000" dirty="0" smtClean="0"/>
              <a:t> </a:t>
            </a:r>
            <a:r>
              <a:rPr lang="es-AR" sz="4000" dirty="0"/>
              <a:t>*</a:t>
            </a:r>
            <a:r>
              <a:rPr lang="es-AR" sz="4000" dirty="0" err="1"/>
              <a:t>nuevoN</a:t>
            </a:r>
            <a:r>
              <a:rPr lang="es-AR" sz="4000" dirty="0"/>
              <a:t>){</a:t>
            </a:r>
          </a:p>
          <a:p>
            <a:r>
              <a:rPr lang="es-AR" sz="4000" dirty="0"/>
              <a:t>    *</a:t>
            </a:r>
            <a:r>
              <a:rPr lang="es-AR" sz="4000" dirty="0" err="1"/>
              <a:t>nuevoN</a:t>
            </a:r>
            <a:r>
              <a:rPr lang="es-AR" sz="4000" dirty="0"/>
              <a:t> = </a:t>
            </a:r>
            <a:r>
              <a:rPr lang="es-AR" sz="4000" dirty="0" smtClean="0"/>
              <a:t>(</a:t>
            </a:r>
            <a:r>
              <a:rPr lang="es-AR" sz="4000" dirty="0" err="1" smtClean="0"/>
              <a:t>tipoPila</a:t>
            </a:r>
            <a:r>
              <a:rPr lang="es-AR" sz="4000" dirty="0" smtClean="0"/>
              <a:t>)</a:t>
            </a:r>
            <a:r>
              <a:rPr lang="es-AR" sz="4000" dirty="0" err="1" smtClean="0"/>
              <a:t>malloc</a:t>
            </a:r>
            <a:r>
              <a:rPr lang="es-AR" sz="4000" dirty="0" smtClean="0"/>
              <a:t>(</a:t>
            </a:r>
            <a:r>
              <a:rPr lang="es-AR" sz="4000" dirty="0" err="1" smtClean="0"/>
              <a:t>sizeof</a:t>
            </a:r>
            <a:r>
              <a:rPr lang="es-AR" sz="4000" dirty="0" smtClean="0"/>
              <a:t>(</a:t>
            </a:r>
            <a:r>
              <a:rPr lang="es-AR" sz="4000" dirty="0" err="1" smtClean="0"/>
              <a:t>struct</a:t>
            </a:r>
            <a:r>
              <a:rPr lang="es-AR" sz="4000" dirty="0" smtClean="0"/>
              <a:t> </a:t>
            </a:r>
            <a:r>
              <a:rPr lang="es-AR" sz="4000" dirty="0"/>
              <a:t>nodo));</a:t>
            </a:r>
          </a:p>
          <a:p>
            <a:r>
              <a:rPr lang="es-AR" sz="4000" dirty="0"/>
              <a:t>    </a:t>
            </a:r>
            <a:r>
              <a:rPr lang="es-AR" sz="4000" dirty="0" err="1"/>
              <a:t>if</a:t>
            </a:r>
            <a:r>
              <a:rPr lang="es-AR" sz="4000" dirty="0"/>
              <a:t> (</a:t>
            </a:r>
            <a:r>
              <a:rPr lang="es-AR" sz="4000" dirty="0" err="1"/>
              <a:t>esVacia</a:t>
            </a:r>
            <a:r>
              <a:rPr lang="es-AR" sz="4000" dirty="0"/>
              <a:t>(*</a:t>
            </a:r>
            <a:r>
              <a:rPr lang="es-AR" sz="4000" dirty="0" err="1"/>
              <a:t>nuevoN</a:t>
            </a:r>
            <a:r>
              <a:rPr lang="es-AR" sz="4000" dirty="0"/>
              <a:t>)) {</a:t>
            </a:r>
          </a:p>
          <a:p>
            <a:r>
              <a:rPr lang="es-AR" sz="4000" dirty="0"/>
              <a:t>        </a:t>
            </a:r>
            <a:r>
              <a:rPr lang="es-AR" sz="4000" dirty="0" err="1"/>
              <a:t>printf</a:t>
            </a:r>
            <a:r>
              <a:rPr lang="es-AR" sz="4000" dirty="0"/>
              <a:t>("Error: no se pudo asignar memoria\n"); </a:t>
            </a:r>
          </a:p>
          <a:p>
            <a:r>
              <a:rPr lang="es-AR" sz="4000" dirty="0"/>
              <a:t>        </a:t>
            </a:r>
            <a:r>
              <a:rPr lang="es-AR" sz="4000" dirty="0" err="1"/>
              <a:t>exit</a:t>
            </a:r>
            <a:r>
              <a:rPr lang="es-AR" sz="4000" dirty="0"/>
              <a:t>(1);</a:t>
            </a:r>
          </a:p>
          <a:p>
            <a:r>
              <a:rPr lang="es-AR" sz="4000" dirty="0"/>
              <a:t>    }</a:t>
            </a:r>
          </a:p>
          <a:p>
            <a:r>
              <a:rPr lang="es-AR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644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2069008-4455-4D01-8CEC-94FE3096CEBF}"/>
              </a:ext>
            </a:extLst>
          </p:cNvPr>
          <p:cNvSpPr/>
          <p:nvPr/>
        </p:nvSpPr>
        <p:spPr>
          <a:xfrm>
            <a:off x="2030372" y="920621"/>
            <a:ext cx="903796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800" dirty="0" err="1"/>
              <a:t>void</a:t>
            </a:r>
            <a:r>
              <a:rPr lang="es-AR" sz="4800" dirty="0"/>
              <a:t> apilar(</a:t>
            </a:r>
            <a:r>
              <a:rPr lang="es-AR" sz="4800" dirty="0" err="1"/>
              <a:t>tipoPila</a:t>
            </a:r>
            <a:r>
              <a:rPr lang="es-AR" sz="4800" dirty="0"/>
              <a:t> *</a:t>
            </a:r>
            <a:r>
              <a:rPr lang="es-AR" sz="4800" dirty="0" smtClean="0"/>
              <a:t>Pila, </a:t>
            </a:r>
            <a:r>
              <a:rPr lang="es-AR" sz="4800" dirty="0" err="1"/>
              <a:t>int</a:t>
            </a:r>
            <a:r>
              <a:rPr lang="es-AR" sz="4800" dirty="0"/>
              <a:t> x) {</a:t>
            </a:r>
          </a:p>
          <a:p>
            <a:r>
              <a:rPr lang="es-AR" sz="4800" dirty="0"/>
              <a:t>    </a:t>
            </a:r>
            <a:r>
              <a:rPr lang="es-AR" sz="4800" dirty="0" err="1" smtClean="0"/>
              <a:t>tipoPila</a:t>
            </a:r>
            <a:r>
              <a:rPr lang="es-AR" sz="4800" dirty="0" smtClean="0"/>
              <a:t> </a:t>
            </a:r>
            <a:r>
              <a:rPr lang="es-AR" sz="4800" dirty="0" err="1"/>
              <a:t>nuevoNodo</a:t>
            </a:r>
            <a:r>
              <a:rPr lang="es-AR" sz="4800" dirty="0"/>
              <a:t>;</a:t>
            </a:r>
          </a:p>
          <a:p>
            <a:r>
              <a:rPr lang="es-AR" sz="4800" dirty="0"/>
              <a:t>    crear(&amp;</a:t>
            </a:r>
            <a:r>
              <a:rPr lang="es-AR" sz="4800" dirty="0" err="1"/>
              <a:t>nuevoNodo</a:t>
            </a:r>
            <a:r>
              <a:rPr lang="es-AR" sz="4800" dirty="0"/>
              <a:t>);</a:t>
            </a:r>
          </a:p>
          <a:p>
            <a:r>
              <a:rPr lang="es-AR" sz="4800" dirty="0"/>
              <a:t>    </a:t>
            </a:r>
            <a:r>
              <a:rPr lang="es-AR" sz="4800" dirty="0" err="1"/>
              <a:t>nuevoNodo</a:t>
            </a:r>
            <a:r>
              <a:rPr lang="es-AR" sz="4800" dirty="0"/>
              <a:t>-&gt;</a:t>
            </a:r>
            <a:r>
              <a:rPr lang="es-AR" sz="4800" dirty="0" err="1"/>
              <a:t>info</a:t>
            </a:r>
            <a:r>
              <a:rPr lang="es-AR" sz="4800" dirty="0"/>
              <a:t> = x;</a:t>
            </a:r>
          </a:p>
          <a:p>
            <a:r>
              <a:rPr lang="es-AR" sz="4800" dirty="0"/>
              <a:t>    </a:t>
            </a:r>
            <a:r>
              <a:rPr lang="es-AR" sz="4800" dirty="0" err="1"/>
              <a:t>nuevoNodo</a:t>
            </a:r>
            <a:r>
              <a:rPr lang="es-AR" sz="4800" dirty="0"/>
              <a:t>-&gt;</a:t>
            </a:r>
            <a:r>
              <a:rPr lang="es-AR" sz="4800" dirty="0" err="1"/>
              <a:t>sig</a:t>
            </a:r>
            <a:r>
              <a:rPr lang="es-AR" sz="4800" dirty="0"/>
              <a:t> = </a:t>
            </a:r>
            <a:r>
              <a:rPr lang="es-AR" sz="4800" dirty="0" smtClean="0"/>
              <a:t>*Pila;</a:t>
            </a:r>
            <a:endParaRPr lang="es-AR" sz="4800" dirty="0"/>
          </a:p>
          <a:p>
            <a:r>
              <a:rPr lang="es-AR" sz="4800" dirty="0"/>
              <a:t>    </a:t>
            </a:r>
            <a:r>
              <a:rPr lang="es-AR" sz="4800" dirty="0" smtClean="0"/>
              <a:t>*Pila </a:t>
            </a:r>
            <a:r>
              <a:rPr lang="es-AR" sz="4800" dirty="0"/>
              <a:t>= </a:t>
            </a:r>
            <a:r>
              <a:rPr lang="es-AR" sz="4800" dirty="0" err="1"/>
              <a:t>nuevoNodo</a:t>
            </a:r>
            <a:r>
              <a:rPr lang="es-AR" sz="3200" dirty="0"/>
              <a:t>;</a:t>
            </a:r>
          </a:p>
          <a:p>
            <a:r>
              <a:rPr lang="es-AR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626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144</Words>
  <Application>Microsoft Office PowerPoint</Application>
  <PresentationFormat>Panorámica</PresentationFormat>
  <Paragraphs>32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HPx360</dc:creator>
  <cp:lastModifiedBy>HPx360</cp:lastModifiedBy>
  <cp:revision>10</cp:revision>
  <dcterms:created xsi:type="dcterms:W3CDTF">2023-04-25T11:58:13Z</dcterms:created>
  <dcterms:modified xsi:type="dcterms:W3CDTF">2025-05-14T12:01:29Z</dcterms:modified>
</cp:coreProperties>
</file>