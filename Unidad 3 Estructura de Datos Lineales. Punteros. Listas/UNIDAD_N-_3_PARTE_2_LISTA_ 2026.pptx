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4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4" r:id="rId14"/>
    <p:sldId id="290" r:id="rId15"/>
    <p:sldId id="273" r:id="rId16"/>
    <p:sldId id="274" r:id="rId17"/>
    <p:sldId id="293" r:id="rId18"/>
    <p:sldId id="286" r:id="rId19"/>
    <p:sldId id="287" r:id="rId20"/>
    <p:sldId id="295" r:id="rId21"/>
    <p:sldId id="277" r:id="rId22"/>
    <p:sldId id="278" r:id="rId23"/>
    <p:sldId id="279" r:id="rId24"/>
    <p:sldId id="296" r:id="rId25"/>
    <p:sldId id="281" r:id="rId26"/>
    <p:sldId id="282" r:id="rId27"/>
    <p:sldId id="283" r:id="rId2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R3NUXrq+JZwf24dWlOTgGyj3Z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C417A-6756-4624-8496-5175FBD796A9}">
  <a:tblStyle styleId="{BDBC417A-6756-4624-8496-5175FBD796A9}" styleName="Table_0">
    <a:wholeTbl>
      <a:tcTxStyle b="off" i="off">
        <a:font>
          <a:latin typeface="Lucida Sans Unicode"/>
          <a:ea typeface="Lucida Sans Unicode"/>
          <a:cs typeface="Lucida Sans Unicode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0F4"/>
          </a:solidFill>
        </a:fill>
      </a:tcStyle>
    </a:wholeTbl>
    <a:band1H>
      <a:tcTxStyle/>
      <a:tcStyle>
        <a:tcBdr/>
        <a:fill>
          <a:solidFill>
            <a:srgbClr val="CCDF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F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42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f58fbb858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f58fbb858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1f58fbb858e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5601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80727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80835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5856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7304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903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861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81571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88659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09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82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224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21736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97829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8916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722123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821659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81507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9885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861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4235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1186089" y="3095625"/>
            <a:ext cx="6983413" cy="189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ALGORITMO </a:t>
            </a:r>
            <a:br>
              <a:rPr lang="es-ES" dirty="0"/>
            </a:br>
            <a:r>
              <a:rPr lang="es-ES" dirty="0"/>
              <a:t>y </a:t>
            </a:r>
            <a:br>
              <a:rPr lang="es-ES" dirty="0"/>
            </a:br>
            <a:r>
              <a:rPr lang="es-ES" dirty="0"/>
              <a:t>ESTRUCTURA DE DATOS II</a:t>
            </a:r>
            <a:endParaRPr dirty="0"/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6550" y="5805488"/>
            <a:ext cx="766763" cy="70961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title"/>
          </p:nvPr>
        </p:nvSpPr>
        <p:spPr>
          <a:xfrm>
            <a:off x="539750" y="1196975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4FBCE0"/>
                </a:solidFill>
              </a:rPr>
              <a:t>UNIDAD N° 3:</a:t>
            </a:r>
            <a:br>
              <a:rPr lang="es-ES">
                <a:solidFill>
                  <a:srgbClr val="4FBCE0"/>
                </a:solidFill>
              </a:rPr>
            </a:br>
            <a:endParaRPr>
              <a:solidFill>
                <a:srgbClr val="4FBCE0"/>
              </a:solidFill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692275" y="2924175"/>
            <a:ext cx="6119813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Estructuras de Datos lineales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Verdana"/>
                <a:ea typeface="Verdana"/>
                <a:cs typeface="Verdana"/>
                <a:sym typeface="Verdana"/>
              </a:rPr>
              <a:t>Estructuras de Datos lineales</a:t>
            </a:r>
            <a:endParaRPr sz="2000"/>
          </a:p>
        </p:txBody>
      </p:sp>
      <p:sp>
        <p:nvSpPr>
          <p:cNvPr id="118" name="Google Shape;118;p3"/>
          <p:cNvSpPr txBox="1">
            <a:spLocks noGrp="1"/>
          </p:cNvSpPr>
          <p:nvPr>
            <p:ph idx="1"/>
          </p:nvPr>
        </p:nvSpPr>
        <p:spPr>
          <a:xfrm>
            <a:off x="785786" y="1500174"/>
            <a:ext cx="7643866" cy="381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904"/>
              <a:buFont typeface="Noto Sans Symbols"/>
              <a:buNone/>
            </a:pPr>
            <a:r>
              <a:rPr lang="es-ES" sz="2800"/>
              <a:t>Las  estructuras  lineales  de  datos  se  caracterizan  porque  sus  elementos  están  en  secuencia, relacionados  en  forma  lineal,  uno  luego  del  otro. </a:t>
            </a:r>
            <a:endParaRPr/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SzPts val="1904"/>
              <a:buFont typeface="Noto Sans Symbols"/>
              <a:buNone/>
            </a:pPr>
            <a:r>
              <a:rPr lang="es-ES" sz="2800"/>
              <a:t> </a:t>
            </a:r>
            <a:endParaRPr/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SzPts val="1904"/>
              <a:buFont typeface="Noto Sans Symbols"/>
              <a:buNone/>
            </a:pPr>
            <a:r>
              <a:rPr lang="es-ES" sz="2800"/>
              <a:t>Cada  elemento  de  la  estructura  puede  estar conformado  por  uno  o  varios  subelementos  o  campos.</a:t>
            </a:r>
            <a:endParaRPr sz="2800"/>
          </a:p>
          <a:p>
            <a:pPr marL="365125" lvl="0" indent="-139001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76"/>
              <a:buFont typeface="Noto Sans Symbols"/>
              <a:buChar char="⚫"/>
            </a:pPr>
            <a:r>
              <a:rPr lang="es-ES" sz="3200"/>
              <a:t>Estructuras de datos lineales:</a:t>
            </a:r>
            <a:endParaRPr/>
          </a:p>
          <a:p>
            <a:pPr marL="274320" lvl="0" indent="-157734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836"/>
              <a:buFont typeface="Noto Sans Symbols"/>
              <a:buNone/>
            </a:pPr>
            <a:endParaRPr/>
          </a:p>
          <a:p>
            <a:pPr marL="2057400" lvl="7" indent="-228600" algn="l" rtl="0">
              <a:lnSpc>
                <a:spcPct val="150000"/>
              </a:lnSpc>
              <a:spcBef>
                <a:spcPts val="350"/>
              </a:spcBef>
              <a:spcAft>
                <a:spcPts val="0"/>
              </a:spcAft>
              <a:buClr>
                <a:srgbClr val="77CCE0"/>
              </a:buClr>
              <a:buSzPts val="3600"/>
              <a:buFont typeface="Noto Sans Symbols"/>
              <a:buChar char="⮚"/>
            </a:pPr>
            <a:r>
              <a:rPr lang="es-ES" sz="3600"/>
              <a:t>Listas</a:t>
            </a:r>
            <a:endParaRPr/>
          </a:p>
          <a:p>
            <a:pPr marL="2057400" lvl="7" indent="-228600" algn="l" rtl="0">
              <a:lnSpc>
                <a:spcPct val="150000"/>
              </a:lnSpc>
              <a:spcBef>
                <a:spcPts val="350"/>
              </a:spcBef>
              <a:spcAft>
                <a:spcPts val="0"/>
              </a:spcAft>
              <a:buClr>
                <a:srgbClr val="77CCE0"/>
              </a:buClr>
              <a:buSzPts val="3600"/>
              <a:buFont typeface="Noto Sans Symbols"/>
              <a:buChar char="⮚"/>
            </a:pPr>
            <a:r>
              <a:rPr lang="es-ES" sz="3600"/>
              <a:t>Pilas</a:t>
            </a:r>
            <a:endParaRPr/>
          </a:p>
          <a:p>
            <a:pPr marL="2057400" lvl="7" indent="-228600" algn="l" rtl="0">
              <a:lnSpc>
                <a:spcPct val="150000"/>
              </a:lnSpc>
              <a:spcBef>
                <a:spcPts val="350"/>
              </a:spcBef>
              <a:spcAft>
                <a:spcPts val="0"/>
              </a:spcAft>
              <a:buClr>
                <a:srgbClr val="77CCE0"/>
              </a:buClr>
              <a:buSzPts val="3600"/>
              <a:buFont typeface="Noto Sans Symbols"/>
              <a:buChar char="⮚"/>
            </a:pPr>
            <a:r>
              <a:rPr lang="es-ES" sz="3600"/>
              <a:t>Colas</a:t>
            </a:r>
            <a:endParaRPr/>
          </a:p>
          <a:p>
            <a:pPr marL="365125" lvl="0" indent="-139001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/>
        </p:nvSpPr>
        <p:spPr>
          <a:xfrm>
            <a:off x="368300" y="393700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Lista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395288" y="1063625"/>
            <a:ext cx="8497887" cy="5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Una lista es una colección homogénea de elementos con una relación lineal entre ellos.</a:t>
            </a:r>
            <a:endParaRPr sz="2800" b="0" i="0" u="none" strike="noStrike" cap="none" dirty="0">
              <a:solidFill>
                <a:schemeClr val="tx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457200" marR="0" lvl="1" indent="0" algn="just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tx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457200" marR="0" lvl="1" indent="0" algn="just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Ejemplo: </a:t>
            </a:r>
            <a:endParaRPr dirty="0">
              <a:solidFill>
                <a:schemeClr val="tx1"/>
              </a:solidFill>
            </a:endParaRPr>
          </a:p>
          <a:p>
            <a:pPr marL="971550" marR="0" lvl="1" indent="-514350" algn="just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Lucida Sans"/>
              <a:buAutoNum type="arabicPeriod"/>
            </a:pPr>
            <a:r>
              <a:rPr lang="es-ES" sz="2800" b="0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Lista de la compra</a:t>
            </a:r>
            <a:endParaRPr dirty="0">
              <a:solidFill>
                <a:schemeClr val="tx1"/>
              </a:solidFill>
            </a:endParaRPr>
          </a:p>
          <a:p>
            <a:pPr marL="971550" marR="0" lvl="1" indent="-514350" algn="just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Lucida Sans"/>
              <a:buAutoNum type="arabicPeriod"/>
            </a:pPr>
            <a:r>
              <a:rPr lang="es-ES" sz="2800" b="0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Guía telefónica</a:t>
            </a:r>
            <a:endParaRPr dirty="0">
              <a:solidFill>
                <a:schemeClr val="tx1"/>
              </a:solidFill>
            </a:endParaRPr>
          </a:p>
          <a:p>
            <a:pPr marL="971550" marR="0" lvl="1" indent="-372110" algn="just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Lucida Sans"/>
              <a:buNone/>
            </a:pPr>
            <a:endParaRPr sz="2800" b="0" i="0" u="none" strike="noStrike" cap="none" dirty="0">
              <a:solidFill>
                <a:schemeClr val="tx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s-ES" sz="2400" b="0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Característica de las listas</a:t>
            </a:r>
            <a:endParaRPr dirty="0">
              <a:solidFill>
                <a:schemeClr val="tx1"/>
              </a:solidFill>
            </a:endParaRPr>
          </a:p>
          <a:p>
            <a:pPr marL="914400" marR="0" lvl="1" indent="-457200" algn="just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ucida Sans"/>
              <a:buAutoNum type="arabicPeriod"/>
            </a:pPr>
            <a:r>
              <a:rPr lang="es-ES" sz="2000" b="0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Los elementos no tienen porque estar ordenados.</a:t>
            </a:r>
            <a:endParaRPr dirty="0">
              <a:solidFill>
                <a:schemeClr val="tx1"/>
              </a:solidFill>
            </a:endParaRPr>
          </a:p>
          <a:p>
            <a:pPr marL="914400" marR="0" lvl="1" indent="-457200" algn="just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ucida Sans"/>
              <a:buAutoNum type="arabicPeriod"/>
            </a:pPr>
            <a:r>
              <a:rPr lang="es-ES" sz="2000" b="0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Se ordenan según un índice alfabético. </a:t>
            </a:r>
            <a:endParaRPr dirty="0">
              <a:solidFill>
                <a:schemeClr val="tx1"/>
              </a:solidFill>
            </a:endParaRPr>
          </a:p>
          <a:p>
            <a:pPr marL="265113" marR="0" lvl="0" indent="-122873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/>
        </p:nvSpPr>
        <p:spPr>
          <a:xfrm>
            <a:off x="684213" y="2420938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 dirty="0">
                <a:solidFill>
                  <a:schemeClr val="tx1"/>
                </a:solidFill>
                <a:sym typeface="Arial"/>
              </a:rPr>
              <a:t>Listas Enlazadas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Impl</a:t>
            </a:r>
            <a:r>
              <a:rPr lang="es-ES" sz="4000" b="1" dirty="0">
                <a:solidFill>
                  <a:schemeClr val="tx1"/>
                </a:solidFill>
              </a:rPr>
              <a:t>eme</a:t>
            </a:r>
            <a:r>
              <a:rPr lang="es-ES" sz="4000" b="1" i="0" u="none" strike="noStrike" cap="none" dirty="0">
                <a:solidFill>
                  <a:schemeClr val="tx1"/>
                </a:solidFill>
                <a:sym typeface="Arial"/>
              </a:rPr>
              <a:t>ntación mediante variables dinámicas 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/>
        </p:nvSpPr>
        <p:spPr>
          <a:xfrm>
            <a:off x="428596" y="571480"/>
            <a:ext cx="8362950" cy="45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 dirty="0">
                <a:solidFill>
                  <a:schemeClr val="tx1"/>
                </a:solidFill>
                <a:sym typeface="Arial"/>
              </a:rPr>
              <a:t>Una lista enlazadas es una colección lineal de elementos, llamados nodos, dispuestos secuencialmente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 dirty="0">
                <a:solidFill>
                  <a:schemeClr val="tx1"/>
                </a:solidFill>
                <a:sym typeface="Arial"/>
              </a:rPr>
              <a:t>La implementación de listas enlazadas utilizando punteros permite crear variables dinámicas, en las cuales se almacenan el campo de información y el campo de enlace al siguiente nodo de la lista 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Con esta implementación se ajusta la memoria ocupada al tamaño real de la lista </a:t>
            </a:r>
            <a:endParaRPr sz="2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5113" marR="0" lvl="0" indent="-143193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b="0" i="0" u="none" strike="noStrike" cap="none" dirty="0">
              <a:solidFill>
                <a:schemeClr val="tx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 rotWithShape="1">
          <a:blip r:embed="rId3">
            <a:alphaModFix/>
          </a:blip>
          <a:srcRect r="55254"/>
          <a:stretch/>
        </p:blipFill>
        <p:spPr>
          <a:xfrm>
            <a:off x="2714612" y="3357562"/>
            <a:ext cx="3214710" cy="1357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idx="1"/>
          </p:nvPr>
        </p:nvSpPr>
        <p:spPr>
          <a:xfrm>
            <a:off x="285720" y="500042"/>
            <a:ext cx="8858280" cy="550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lvl="0" indent="-9525" algn="l" rtl="0"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lang="es-ES" sz="2000"/>
              <a:t>Como vemos en grafico una lista es una sucesión de nodos. </a:t>
            </a:r>
            <a:endParaRPr/>
          </a:p>
          <a:p>
            <a:pPr marL="365125" lvl="0" indent="-9525" algn="l" rtl="0">
              <a:spcBef>
                <a:spcPts val="400"/>
              </a:spcBef>
              <a:spcAft>
                <a:spcPts val="0"/>
              </a:spcAft>
              <a:buSzPts val="1632"/>
              <a:buNone/>
            </a:pPr>
            <a:endParaRPr sz="2400"/>
          </a:p>
          <a:p>
            <a:pPr marL="365125" lvl="0" indent="-9525" algn="l" rtl="0">
              <a:spcBef>
                <a:spcPts val="400"/>
              </a:spcBef>
              <a:spcAft>
                <a:spcPts val="0"/>
              </a:spcAft>
              <a:buSzPts val="1632"/>
              <a:buNone/>
            </a:pPr>
            <a:endParaRPr sz="2400"/>
          </a:p>
          <a:p>
            <a:pPr marL="365125" lvl="0" indent="-9525" algn="l" rtl="0">
              <a:spcBef>
                <a:spcPts val="400"/>
              </a:spcBef>
              <a:spcAft>
                <a:spcPts val="0"/>
              </a:spcAft>
              <a:buSzPts val="1632"/>
              <a:buNone/>
            </a:pPr>
            <a:endParaRPr sz="2400"/>
          </a:p>
          <a:p>
            <a:pPr marL="365125" lvl="0" indent="-9525" algn="l" rtl="0">
              <a:spcBef>
                <a:spcPts val="400"/>
              </a:spcBef>
              <a:spcAft>
                <a:spcPts val="0"/>
              </a:spcAft>
              <a:buSzPts val="1632"/>
              <a:buNone/>
            </a:pPr>
            <a:endParaRPr sz="2400"/>
          </a:p>
          <a:p>
            <a:pPr marL="365125" lvl="0" indent="-9525" algn="l" rtl="0">
              <a:spcBef>
                <a:spcPts val="400"/>
              </a:spcBef>
              <a:spcAft>
                <a:spcPts val="0"/>
              </a:spcAft>
              <a:buSzPts val="1360"/>
              <a:buNone/>
            </a:pPr>
            <a:endParaRPr sz="2000"/>
          </a:p>
          <a:p>
            <a:pPr marL="365125" lvl="0" indent="-9525" algn="l" rtl="0">
              <a:spcBef>
                <a:spcPts val="400"/>
              </a:spcBef>
              <a:spcAft>
                <a:spcPts val="0"/>
              </a:spcAft>
              <a:buSzPts val="1360"/>
              <a:buNone/>
            </a:pPr>
            <a:endParaRPr sz="2000"/>
          </a:p>
          <a:p>
            <a:pPr marL="365125" lvl="0" indent="-8635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360"/>
              <a:buChar char="🞂"/>
            </a:pPr>
            <a:r>
              <a:rPr lang="es-ES" sz="2000"/>
              <a:t>Cada nodo tiene un valor y un puntero al siguiente nodo. </a:t>
            </a:r>
            <a:endParaRPr/>
          </a:p>
          <a:p>
            <a:pPr marL="365125" lvl="0" indent="-8635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360"/>
              <a:buChar char="🞂"/>
            </a:pPr>
            <a:r>
              <a:rPr lang="es-ES" sz="2000"/>
              <a:t>Solo se conoce de la lista la dirección del primer nodo.</a:t>
            </a:r>
            <a:endParaRPr/>
          </a:p>
          <a:p>
            <a:pPr marL="365125" lvl="0" indent="-8635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360"/>
              <a:buChar char="🞂"/>
            </a:pPr>
            <a:r>
              <a:rPr lang="es-ES" sz="2000"/>
              <a:t>Para acceder a los nodos restantes se usa el puntero o dirección guardado en cada nodo. </a:t>
            </a:r>
            <a:endParaRPr/>
          </a:p>
          <a:p>
            <a:pPr marL="365125" lvl="0" indent="-86359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360"/>
              <a:buChar char="🞂"/>
            </a:pPr>
            <a:r>
              <a:rPr lang="es-ES" sz="2000"/>
              <a:t>El último nodo tiene un valor especial (nulo) denominado nil que indica el fin de la lista.</a:t>
            </a:r>
            <a:endParaRPr sz="2000"/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l="35282" t="37509" r="17783" b="28255"/>
          <a:stretch/>
        </p:blipFill>
        <p:spPr>
          <a:xfrm>
            <a:off x="1857356" y="1000108"/>
            <a:ext cx="5487672" cy="2071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/>
        </p:nvSpPr>
        <p:spPr>
          <a:xfrm>
            <a:off x="457200" y="857250"/>
            <a:ext cx="8362950" cy="5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chemeClr val="tx1"/>
                </a:solidFill>
                <a:sym typeface="Arial"/>
              </a:rPr>
              <a:t>Una lista</a:t>
            </a:r>
            <a:endParaRPr dirty="0">
              <a:solidFill>
                <a:schemeClr val="tx1"/>
              </a:solidFill>
            </a:endParaRPr>
          </a:p>
          <a:p>
            <a:pPr marL="457200" marR="0" lvl="0" indent="-457200" algn="l" rtl="0">
              <a:spcBef>
                <a:spcPts val="25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chemeClr val="tx1"/>
                </a:solidFill>
                <a:sym typeface="Arial"/>
              </a:rPr>
              <a:t> 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25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No tiene restricciones de acceso ( la introducción y borrado de elementos puede realizarse en cualquier posición de la misma).</a:t>
            </a:r>
            <a:endParaRPr sz="2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8888" y="3716338"/>
            <a:ext cx="6715125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/>
        </p:nvSpPr>
        <p:spPr>
          <a:xfrm>
            <a:off x="457200" y="1214438"/>
            <a:ext cx="8229600" cy="47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714375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s-ES" sz="2800" b="0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Cada nodo de la lista es un registro con al menos dos componentes.</a:t>
            </a:r>
            <a:endParaRPr dirty="0">
              <a:solidFill>
                <a:schemeClr val="tx1"/>
              </a:solidFill>
            </a:endParaRPr>
          </a:p>
          <a:p>
            <a:pPr marL="0" marR="0" lvl="0" indent="714375" algn="just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lang="es-ES" sz="2800" b="0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La primera almacena el dato y la segunda es un puntero para poder señalar al siguiente nodo o con el valor “</a:t>
            </a:r>
            <a:r>
              <a:rPr lang="es-ES" sz="2800" b="0" i="0" u="none" strike="noStrike" cap="none" dirty="0" err="1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nil</a:t>
            </a:r>
            <a:r>
              <a:rPr lang="es-ES" sz="2800" b="0" i="0" u="none" strike="noStrike" cap="none" dirty="0">
                <a:solidFill>
                  <a:schemeClr val="tx1"/>
                </a:solidFill>
                <a:latin typeface="Lucida Sans"/>
                <a:ea typeface="Lucida Sans"/>
                <a:cs typeface="Lucida Sans"/>
                <a:sym typeface="Lucida Sans"/>
              </a:rPr>
              <a:t>” si es el último</a:t>
            </a:r>
            <a:endParaRPr dirty="0">
              <a:solidFill>
                <a:schemeClr val="tx1"/>
              </a:solidFill>
            </a:endParaRPr>
          </a:p>
          <a:p>
            <a:pPr marL="265113" marR="0" lvl="0" indent="-122873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 strike="noStrike" cap="none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65113" marR="0" lvl="0" indent="-122873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 strike="noStrike" cap="none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65113" marR="0" lvl="0" indent="-122873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0305" marR="0" lvl="0" indent="-265113" algn="just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s-ES" sz="2800" b="0" i="0" u="none" strike="noStrike" cap="none" dirty="0" err="1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Info</a:t>
            </a:r>
            <a:r>
              <a:rPr lang="es-ES" sz="2800" b="0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 : datos</a:t>
            </a:r>
            <a:endParaRPr sz="2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0305" marR="0" lvl="0" indent="-265113" algn="just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</a:pPr>
            <a:r>
              <a:rPr lang="es-ES" sz="2800" b="0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Enlace: puntero</a:t>
            </a:r>
            <a:endParaRPr sz="2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5113" marR="0" lvl="0" indent="-122873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endParaRPr sz="2800" b="0" i="0" u="none" strike="noStrike" cap="none" dirty="0">
              <a:solidFill>
                <a:schemeClr val="tx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aphicFrame>
        <p:nvGraphicFramePr>
          <p:cNvPr id="159" name="Google Shape;159;p10"/>
          <p:cNvGraphicFramePr/>
          <p:nvPr/>
        </p:nvGraphicFramePr>
        <p:xfrm>
          <a:off x="2786063" y="4000500"/>
          <a:ext cx="2928950" cy="371475"/>
        </p:xfrm>
        <a:graphic>
          <a:graphicData uri="http://schemas.openxmlformats.org/drawingml/2006/table">
            <a:tbl>
              <a:tblPr firstRow="1" bandRow="1">
                <a:noFill/>
                <a:tableStyleId>{BDBC417A-6756-4624-8496-5175FBD796A9}</a:tableStyleId>
              </a:tblPr>
              <a:tblGrid>
                <a:gridCol w="16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>
                          <a:solidFill>
                            <a:schemeClr val="dk1"/>
                          </a:solidFill>
                        </a:rPr>
                        <a:t>Info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800" marB="4580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</a:rPr>
                        <a:t>enlace</a:t>
                      </a:r>
                      <a:endParaRPr/>
                    </a:p>
                  </a:txBody>
                  <a:tcPr marL="91450" marR="91450" marT="45800" marB="4580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0" name="Google Shape;160;p10"/>
          <p:cNvSpPr txBox="1"/>
          <p:nvPr/>
        </p:nvSpPr>
        <p:spPr>
          <a:xfrm>
            <a:off x="323850" y="404813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Representación Listas</a:t>
            </a:r>
            <a:r>
              <a:rPr lang="es-ES" sz="32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s-ES" sz="32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200" b="1" i="0" u="none" strike="noStrike" cap="none" dirty="0">
              <a:solidFill>
                <a:schemeClr val="tx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f58fbb858e_1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Declaración en c</a:t>
            </a:r>
            <a:endParaRPr dirty="0"/>
          </a:p>
        </p:txBody>
      </p:sp>
      <p:sp>
        <p:nvSpPr>
          <p:cNvPr id="166" name="Google Shape;166;g1f58fbb858e_1_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lv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lv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nodo</a:t>
            </a:r>
            <a:r>
              <a:rPr lang="en-US" dirty="0"/>
              <a:t> {</a:t>
            </a:r>
          </a:p>
          <a:p>
            <a:pPr marL="0" lvl="0" indent="0"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info;</a:t>
            </a:r>
          </a:p>
          <a:p>
            <a:pPr marL="0" lvl="0" indent="0">
              <a:buNone/>
            </a:pPr>
            <a:r>
              <a:rPr lang="en-US" dirty="0"/>
              <a:t>   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nodo</a:t>
            </a:r>
            <a:r>
              <a:rPr lang="en-US" dirty="0"/>
              <a:t> *sig;</a:t>
            </a:r>
          </a:p>
          <a:p>
            <a:pPr marL="0" lvl="0" indent="0">
              <a:buNone/>
            </a:pPr>
            <a:r>
              <a:rPr lang="en-US" dirty="0"/>
              <a:t>};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>
            <a:spLocks noGrp="1"/>
          </p:cNvSpPr>
          <p:nvPr>
            <p:ph type="ctrTitle"/>
          </p:nvPr>
        </p:nvSpPr>
        <p:spPr>
          <a:xfrm>
            <a:off x="627742" y="4116570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900" dirty="0" smtClean="0"/>
              <a:t>OPERACIONES </a:t>
            </a:r>
            <a:r>
              <a:rPr lang="es-ES" sz="4900" dirty="0"/>
              <a:t>BÁSICAS PARA EL MANEJO DE LISTAS ENLAZADAS </a:t>
            </a:r>
            <a:r>
              <a:rPr lang="es-ES" dirty="0"/>
              <a:t/>
            </a:r>
            <a:br>
              <a:rPr lang="es-ES" dirty="0"/>
            </a:br>
            <a:r>
              <a:rPr lang="es-ES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s-ES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6;p17"/>
          <p:cNvSpPr txBox="1">
            <a:spLocks noGrp="1"/>
          </p:cNvSpPr>
          <p:nvPr>
            <p:ph type="title"/>
          </p:nvPr>
        </p:nvSpPr>
        <p:spPr>
          <a:xfrm>
            <a:off x="978196" y="2745975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7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Insertar un elemento al principio de la lista </a:t>
            </a:r>
            <a:r>
              <a:rPr lang="es-ES" dirty="0">
                <a:solidFill>
                  <a:schemeClr val="tx1"/>
                </a:solidFill>
              </a:rPr>
              <a:t/>
            </a:r>
            <a:br>
              <a:rPr lang="es-ES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8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"/>
          <p:cNvSpPr/>
          <p:nvPr/>
        </p:nvSpPr>
        <p:spPr>
          <a:xfrm>
            <a:off x="3214678" y="2500306"/>
            <a:ext cx="504056" cy="432048"/>
          </a:xfrm>
          <a:prstGeom prst="rect">
            <a:avLst/>
          </a:prstGeom>
          <a:solidFill>
            <a:schemeClr val="lt1"/>
          </a:solidFill>
          <a:ln w="55000" cap="flat" cmpd="thickThin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0" name="Google Shape;370;p21"/>
          <p:cNvGrpSpPr/>
          <p:nvPr/>
        </p:nvGrpSpPr>
        <p:grpSpPr>
          <a:xfrm>
            <a:off x="714348" y="2571744"/>
            <a:ext cx="1309841" cy="962013"/>
            <a:chOff x="1187812" y="4207638"/>
            <a:chExt cx="1309841" cy="962013"/>
          </a:xfrm>
        </p:grpSpPr>
        <p:grpSp>
          <p:nvGrpSpPr>
            <p:cNvPr id="371" name="Google Shape;371;p21"/>
            <p:cNvGrpSpPr/>
            <p:nvPr/>
          </p:nvGrpSpPr>
          <p:grpSpPr>
            <a:xfrm>
              <a:off x="1261011" y="4207638"/>
              <a:ext cx="1236642" cy="504056"/>
              <a:chOff x="1674989" y="1988840"/>
              <a:chExt cx="1236642" cy="504056"/>
            </a:xfrm>
          </p:grpSpPr>
          <p:sp>
            <p:nvSpPr>
              <p:cNvPr id="372" name="Google Shape;372;p21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4" name="Google Shape;374;p21"/>
            <p:cNvSpPr txBox="1"/>
            <p:nvPr/>
          </p:nvSpPr>
          <p:spPr>
            <a:xfrm>
              <a:off x="1187812" y="4707986"/>
              <a:ext cx="11256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Nuevo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" name="Google Shape;375;p21"/>
          <p:cNvGrpSpPr/>
          <p:nvPr/>
        </p:nvGrpSpPr>
        <p:grpSpPr>
          <a:xfrm>
            <a:off x="5214942" y="2357430"/>
            <a:ext cx="1973006" cy="772368"/>
            <a:chOff x="1674989" y="1988840"/>
            <a:chExt cx="1258626" cy="504056"/>
          </a:xfrm>
        </p:grpSpPr>
        <p:sp>
          <p:nvSpPr>
            <p:cNvPr id="376" name="Google Shape;376;p21"/>
            <p:cNvSpPr/>
            <p:nvPr/>
          </p:nvSpPr>
          <p:spPr>
            <a:xfrm>
              <a:off x="1674989" y="1988840"/>
              <a:ext cx="864096" cy="504056"/>
            </a:xfrm>
            <a:prstGeom prst="rect">
              <a:avLst/>
            </a:prstGeom>
            <a:solidFill>
              <a:schemeClr val="lt1"/>
            </a:solidFill>
            <a:ln w="55000" cap="flat" cmpd="thickThin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2432324" y="1988840"/>
              <a:ext cx="501291" cy="504056"/>
            </a:xfrm>
            <a:prstGeom prst="rect">
              <a:avLst/>
            </a:prstGeom>
            <a:solidFill>
              <a:schemeClr val="lt1"/>
            </a:solidFill>
            <a:ln w="55000" cap="flat" cmpd="thickThin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NIL</a:t>
              </a:r>
              <a:endParaRPr/>
            </a:p>
          </p:txBody>
        </p:sp>
      </p:grpSp>
      <p:sp>
        <p:nvSpPr>
          <p:cNvPr id="378" name="Google Shape;378;p21"/>
          <p:cNvSpPr txBox="1"/>
          <p:nvPr/>
        </p:nvSpPr>
        <p:spPr>
          <a:xfrm>
            <a:off x="5786446" y="3286124"/>
            <a:ext cx="112562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Nuevo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21"/>
          <p:cNvCxnSpPr/>
          <p:nvPr/>
        </p:nvCxnSpPr>
        <p:spPr>
          <a:xfrm>
            <a:off x="3929058" y="2714620"/>
            <a:ext cx="914175" cy="0"/>
          </a:xfrm>
          <a:prstGeom prst="straightConnector1">
            <a:avLst/>
          </a:prstGeom>
          <a:noFill/>
          <a:ln w="12065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1" name="Google Shape;381;p21"/>
          <p:cNvSpPr txBox="1">
            <a:spLocks noGrp="1"/>
          </p:cNvSpPr>
          <p:nvPr>
            <p:ph type="title"/>
          </p:nvPr>
        </p:nvSpPr>
        <p:spPr>
          <a:xfrm>
            <a:off x="0" y="142876"/>
            <a:ext cx="5212668" cy="857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Insertar un elemento</a:t>
            </a:r>
            <a:br>
              <a:rPr lang="es-ES" sz="1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s-ES" sz="1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 al final de la lista.</a:t>
            </a:r>
            <a:r>
              <a:rPr lang="es-ES" sz="4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s-ES" sz="4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s-ES" sz="4400" dirty="0" smtClean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382" name="Google Shape;382;p21"/>
          <p:cNvCxnSpPr/>
          <p:nvPr/>
        </p:nvCxnSpPr>
        <p:spPr>
          <a:xfrm rot="-5400000">
            <a:off x="4499425" y="3573013"/>
            <a:ext cx="714380" cy="712105"/>
          </a:xfrm>
          <a:prstGeom prst="straightConnector1">
            <a:avLst/>
          </a:prstGeom>
          <a:noFill/>
          <a:ln w="12065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3" name="Google Shape;383;p21"/>
          <p:cNvSpPr txBox="1"/>
          <p:nvPr/>
        </p:nvSpPr>
        <p:spPr>
          <a:xfrm>
            <a:off x="4000496" y="4620292"/>
            <a:ext cx="6429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465943" y="1072534"/>
            <a:ext cx="47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 smtClean="0">
                <a:solidFill>
                  <a:schemeClr val="tx1"/>
                </a:solidFill>
              </a:rPr>
              <a:t>Lista vacía, inserto el primer elemento</a:t>
            </a:r>
            <a:endParaRPr lang="es-AR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53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3857625" cy="86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Insertar un elemento al principio de la lista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3943004" y="4243642"/>
            <a:ext cx="504056" cy="432048"/>
          </a:xfrm>
          <a:prstGeom prst="rect">
            <a:avLst/>
          </a:prstGeom>
          <a:solidFill>
            <a:schemeClr val="lt1"/>
          </a:solidFill>
          <a:ln w="55000" cap="flat" cmpd="thickThin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4" name="Google Shape;284;p18"/>
          <p:cNvGrpSpPr/>
          <p:nvPr/>
        </p:nvGrpSpPr>
        <p:grpSpPr>
          <a:xfrm>
            <a:off x="1187812" y="4207638"/>
            <a:ext cx="1309841" cy="962013"/>
            <a:chOff x="1187812" y="4207638"/>
            <a:chExt cx="1309841" cy="962013"/>
          </a:xfrm>
        </p:grpSpPr>
        <p:grpSp>
          <p:nvGrpSpPr>
            <p:cNvPr id="285" name="Google Shape;285;p18"/>
            <p:cNvGrpSpPr/>
            <p:nvPr/>
          </p:nvGrpSpPr>
          <p:grpSpPr>
            <a:xfrm>
              <a:off x="1261011" y="4207638"/>
              <a:ext cx="1236642" cy="504056"/>
              <a:chOff x="1674989" y="1988840"/>
              <a:chExt cx="1236642" cy="504056"/>
            </a:xfrm>
          </p:grpSpPr>
          <p:sp>
            <p:nvSpPr>
              <p:cNvPr id="286" name="Google Shape;286;p18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" name="Google Shape;288;p18"/>
            <p:cNvSpPr txBox="1"/>
            <p:nvPr/>
          </p:nvSpPr>
          <p:spPr>
            <a:xfrm>
              <a:off x="1187812" y="4707986"/>
              <a:ext cx="11256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Nuevo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18"/>
          <p:cNvGrpSpPr/>
          <p:nvPr/>
        </p:nvGrpSpPr>
        <p:grpSpPr>
          <a:xfrm>
            <a:off x="1201171" y="1619600"/>
            <a:ext cx="5107314" cy="1530187"/>
            <a:chOff x="3563888" y="1668114"/>
            <a:chExt cx="5107314" cy="1530187"/>
          </a:xfrm>
        </p:grpSpPr>
        <p:grpSp>
          <p:nvGrpSpPr>
            <p:cNvPr id="291" name="Google Shape;291;p18"/>
            <p:cNvGrpSpPr/>
            <p:nvPr/>
          </p:nvGrpSpPr>
          <p:grpSpPr>
            <a:xfrm>
              <a:off x="3627321" y="2670868"/>
              <a:ext cx="1236642" cy="504056"/>
              <a:chOff x="1674989" y="1988840"/>
              <a:chExt cx="1236642" cy="504056"/>
            </a:xfrm>
          </p:grpSpPr>
          <p:sp>
            <p:nvSpPr>
              <p:cNvPr id="292" name="Google Shape;292;p18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8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18"/>
            <p:cNvGrpSpPr/>
            <p:nvPr/>
          </p:nvGrpSpPr>
          <p:grpSpPr>
            <a:xfrm>
              <a:off x="5508422" y="2670868"/>
              <a:ext cx="1258626" cy="504056"/>
              <a:chOff x="1674989" y="1988840"/>
              <a:chExt cx="1258626" cy="504056"/>
            </a:xfrm>
          </p:grpSpPr>
          <p:sp>
            <p:nvSpPr>
              <p:cNvPr id="295" name="Google Shape;295;p18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8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7" name="Google Shape;297;p18"/>
            <p:cNvGrpSpPr/>
            <p:nvPr/>
          </p:nvGrpSpPr>
          <p:grpSpPr>
            <a:xfrm>
              <a:off x="7447066" y="2694245"/>
              <a:ext cx="1224136" cy="504056"/>
              <a:chOff x="1674989" y="1988840"/>
              <a:chExt cx="1224136" cy="504056"/>
            </a:xfrm>
          </p:grpSpPr>
          <p:sp>
            <p:nvSpPr>
              <p:cNvPr id="298" name="Google Shape;298;p18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18"/>
              <p:cNvSpPr/>
              <p:nvPr/>
            </p:nvSpPr>
            <p:spPr>
              <a:xfrm>
                <a:off x="2543207" y="1988840"/>
                <a:ext cx="35591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00" name="Google Shape;300;p18"/>
            <p:cNvCxnSpPr>
              <a:endCxn id="295" idx="1"/>
            </p:cNvCxnSpPr>
            <p:nvPr/>
          </p:nvCxnSpPr>
          <p:spPr>
            <a:xfrm>
              <a:off x="4609922" y="2883896"/>
              <a:ext cx="898500" cy="39000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01" name="Google Shape;301;p18"/>
            <p:cNvCxnSpPr/>
            <p:nvPr/>
          </p:nvCxnSpPr>
          <p:spPr>
            <a:xfrm>
              <a:off x="6544358" y="2926702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302" name="Google Shape;302;p18"/>
            <p:cNvGrpSpPr/>
            <p:nvPr/>
          </p:nvGrpSpPr>
          <p:grpSpPr>
            <a:xfrm>
              <a:off x="3563888" y="1668114"/>
              <a:ext cx="635210" cy="1002754"/>
              <a:chOff x="3563888" y="1668114"/>
              <a:chExt cx="635210" cy="1002754"/>
            </a:xfrm>
          </p:grpSpPr>
          <p:sp>
            <p:nvSpPr>
              <p:cNvPr id="303" name="Google Shape;303;p18"/>
              <p:cNvSpPr/>
              <p:nvPr/>
            </p:nvSpPr>
            <p:spPr>
              <a:xfrm>
                <a:off x="3563888" y="1668114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4" name="Google Shape;304;p18"/>
              <p:cNvCxnSpPr/>
              <p:nvPr/>
            </p:nvCxnSpPr>
            <p:spPr>
              <a:xfrm rot="-5400000" flipH="1">
                <a:off x="3684006" y="2155777"/>
                <a:ext cx="750726" cy="279457"/>
              </a:xfrm>
              <a:prstGeom prst="bentConnector3">
                <a:avLst>
                  <a:gd name="adj1" fmla="val 15551"/>
                </a:avLst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305" name="Google Shape;305;p18"/>
          <p:cNvGrpSpPr/>
          <p:nvPr/>
        </p:nvGrpSpPr>
        <p:grpSpPr>
          <a:xfrm>
            <a:off x="4690059" y="4221088"/>
            <a:ext cx="2364703" cy="989726"/>
            <a:chOff x="4690059" y="4221088"/>
            <a:chExt cx="2364703" cy="989726"/>
          </a:xfrm>
        </p:grpSpPr>
        <p:grpSp>
          <p:nvGrpSpPr>
            <p:cNvPr id="306" name="Google Shape;306;p18"/>
            <p:cNvGrpSpPr/>
            <p:nvPr/>
          </p:nvGrpSpPr>
          <p:grpSpPr>
            <a:xfrm>
              <a:off x="5796136" y="4221088"/>
              <a:ext cx="1258626" cy="504056"/>
              <a:chOff x="1674989" y="1988840"/>
              <a:chExt cx="1258626" cy="504056"/>
            </a:xfrm>
          </p:grpSpPr>
          <p:sp>
            <p:nvSpPr>
              <p:cNvPr id="307" name="Google Shape;307;p18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14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9" name="Google Shape;309;p18"/>
            <p:cNvSpPr txBox="1"/>
            <p:nvPr/>
          </p:nvSpPr>
          <p:spPr>
            <a:xfrm>
              <a:off x="5893524" y="4749149"/>
              <a:ext cx="11256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Nuevo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0" name="Google Shape;310;p18"/>
            <p:cNvCxnSpPr/>
            <p:nvPr/>
          </p:nvCxnSpPr>
          <p:spPr>
            <a:xfrm>
              <a:off x="4690059" y="4473116"/>
              <a:ext cx="914175" cy="0"/>
            </a:xfrm>
            <a:prstGeom prst="straightConnector1">
              <a:avLst/>
            </a:prstGeom>
            <a:noFill/>
            <a:ln w="1206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" name="CuadroTexto 1"/>
          <p:cNvSpPr txBox="1"/>
          <p:nvPr/>
        </p:nvSpPr>
        <p:spPr>
          <a:xfrm>
            <a:off x="2701663" y="1753546"/>
            <a:ext cx="2814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Tenemos la siguiente lista. Queremos insertar el valor 14</a:t>
            </a:r>
            <a:endParaRPr lang="es-AR" b="1" dirty="0"/>
          </a:p>
        </p:txBody>
      </p:sp>
      <p:sp>
        <p:nvSpPr>
          <p:cNvPr id="31" name="CuadroTexto 30"/>
          <p:cNvSpPr txBox="1"/>
          <p:nvPr/>
        </p:nvSpPr>
        <p:spPr>
          <a:xfrm>
            <a:off x="1385383" y="809711"/>
            <a:ext cx="5392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 smtClean="0">
                <a:solidFill>
                  <a:schemeClr val="tx1"/>
                </a:solidFill>
              </a:rPr>
              <a:t>Lista con datos, inserto el primer elemento</a:t>
            </a:r>
            <a:endParaRPr lang="es-AR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19"/>
          <p:cNvGrpSpPr/>
          <p:nvPr/>
        </p:nvGrpSpPr>
        <p:grpSpPr>
          <a:xfrm>
            <a:off x="1195156" y="1604520"/>
            <a:ext cx="7017008" cy="1974483"/>
            <a:chOff x="1438170" y="1837518"/>
            <a:chExt cx="7017008" cy="1974483"/>
          </a:xfrm>
        </p:grpSpPr>
        <p:grpSp>
          <p:nvGrpSpPr>
            <p:cNvPr id="316" name="Google Shape;316;p19"/>
            <p:cNvGrpSpPr/>
            <p:nvPr/>
          </p:nvGrpSpPr>
          <p:grpSpPr>
            <a:xfrm>
              <a:off x="1438170" y="2840272"/>
              <a:ext cx="1258626" cy="504056"/>
              <a:chOff x="1674989" y="1988840"/>
              <a:chExt cx="1258626" cy="504056"/>
            </a:xfrm>
          </p:grpSpPr>
          <p:sp>
            <p:nvSpPr>
              <p:cNvPr id="317" name="Google Shape;317;p19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14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9" name="Google Shape;319;p19"/>
            <p:cNvGrpSpPr/>
            <p:nvPr/>
          </p:nvGrpSpPr>
          <p:grpSpPr>
            <a:xfrm>
              <a:off x="3347864" y="1837518"/>
              <a:ext cx="5107314" cy="1530187"/>
              <a:chOff x="3563888" y="1668114"/>
              <a:chExt cx="5107314" cy="1530187"/>
            </a:xfrm>
          </p:grpSpPr>
          <p:grpSp>
            <p:nvGrpSpPr>
              <p:cNvPr id="320" name="Google Shape;320;p19"/>
              <p:cNvGrpSpPr/>
              <p:nvPr/>
            </p:nvGrpSpPr>
            <p:grpSpPr>
              <a:xfrm>
                <a:off x="3627321" y="2670868"/>
                <a:ext cx="1236642" cy="504056"/>
                <a:chOff x="1674989" y="1988840"/>
                <a:chExt cx="1236642" cy="504056"/>
              </a:xfrm>
            </p:grpSpPr>
            <p:sp>
              <p:nvSpPr>
                <p:cNvPr id="321" name="Google Shape;321;p19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" name="Google Shape;322;p19"/>
                <p:cNvSpPr/>
                <p:nvPr/>
              </p:nvSpPr>
              <p:spPr>
                <a:xfrm>
                  <a:off x="2543207" y="1988840"/>
                  <a:ext cx="368424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3" name="Google Shape;323;p19"/>
              <p:cNvGrpSpPr/>
              <p:nvPr/>
            </p:nvGrpSpPr>
            <p:grpSpPr>
              <a:xfrm>
                <a:off x="5508422" y="2670868"/>
                <a:ext cx="1258626" cy="504056"/>
                <a:chOff x="1674989" y="1988840"/>
                <a:chExt cx="1258626" cy="504056"/>
              </a:xfrm>
            </p:grpSpPr>
            <p:sp>
              <p:nvSpPr>
                <p:cNvPr id="324" name="Google Shape;324;p19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19"/>
                <p:cNvSpPr/>
                <p:nvPr/>
              </p:nvSpPr>
              <p:spPr>
                <a:xfrm>
                  <a:off x="2543207" y="1988840"/>
                  <a:ext cx="390408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6" name="Google Shape;326;p19"/>
              <p:cNvGrpSpPr/>
              <p:nvPr/>
            </p:nvGrpSpPr>
            <p:grpSpPr>
              <a:xfrm>
                <a:off x="7447066" y="2694245"/>
                <a:ext cx="1224136" cy="504056"/>
                <a:chOff x="1674989" y="1988840"/>
                <a:chExt cx="1224136" cy="504056"/>
              </a:xfrm>
            </p:grpSpPr>
            <p:sp>
              <p:nvSpPr>
                <p:cNvPr id="327" name="Google Shape;327;p19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12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19"/>
                <p:cNvSpPr/>
                <p:nvPr/>
              </p:nvSpPr>
              <p:spPr>
                <a:xfrm>
                  <a:off x="2543207" y="1988840"/>
                  <a:ext cx="355918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329" name="Google Shape;329;p19"/>
              <p:cNvCxnSpPr>
                <a:endCxn id="324" idx="1"/>
              </p:cNvCxnSpPr>
              <p:nvPr/>
            </p:nvCxnSpPr>
            <p:spPr>
              <a:xfrm>
                <a:off x="4609922" y="2883896"/>
                <a:ext cx="898500" cy="39000"/>
              </a:xfrm>
              <a:prstGeom prst="straightConnector1">
                <a:avLst/>
              </a:prstGeom>
              <a:noFill/>
              <a:ln w="539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30" name="Google Shape;330;p19"/>
              <p:cNvCxnSpPr/>
              <p:nvPr/>
            </p:nvCxnSpPr>
            <p:spPr>
              <a:xfrm>
                <a:off x="6544358" y="2926702"/>
                <a:ext cx="898586" cy="39141"/>
              </a:xfrm>
              <a:prstGeom prst="straightConnector1">
                <a:avLst/>
              </a:prstGeom>
              <a:noFill/>
              <a:ln w="539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grpSp>
            <p:nvGrpSpPr>
              <p:cNvPr id="331" name="Google Shape;331;p19"/>
              <p:cNvGrpSpPr/>
              <p:nvPr/>
            </p:nvGrpSpPr>
            <p:grpSpPr>
              <a:xfrm>
                <a:off x="3563888" y="1668114"/>
                <a:ext cx="635211" cy="1002756"/>
                <a:chOff x="3563888" y="1668114"/>
                <a:chExt cx="635211" cy="1002756"/>
              </a:xfrm>
            </p:grpSpPr>
            <p:sp>
              <p:nvSpPr>
                <p:cNvPr id="332" name="Google Shape;332;p19"/>
                <p:cNvSpPr/>
                <p:nvPr/>
              </p:nvSpPr>
              <p:spPr>
                <a:xfrm>
                  <a:off x="3563888" y="1668114"/>
                  <a:ext cx="368424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3" name="Google Shape;333;p19"/>
                <p:cNvCxnSpPr/>
                <p:nvPr/>
              </p:nvCxnSpPr>
              <p:spPr>
                <a:xfrm rot="-5400000" flipH="1">
                  <a:off x="3684007" y="2155778"/>
                  <a:ext cx="750726" cy="279457"/>
                </a:xfrm>
                <a:prstGeom prst="bentConnector3">
                  <a:avLst>
                    <a:gd name="adj1" fmla="val 15551"/>
                  </a:avLst>
                </a:prstGeom>
                <a:noFill/>
                <a:ln w="349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</p:grpSp>
        </p:grpSp>
        <p:sp>
          <p:nvSpPr>
            <p:cNvPr id="334" name="Google Shape;334;p19"/>
            <p:cNvSpPr txBox="1"/>
            <p:nvPr/>
          </p:nvSpPr>
          <p:spPr>
            <a:xfrm>
              <a:off x="1467049" y="3350336"/>
              <a:ext cx="11256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Nuevo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5" name="Google Shape;335;p19"/>
            <p:cNvCxnSpPr/>
            <p:nvPr/>
          </p:nvCxnSpPr>
          <p:spPr>
            <a:xfrm>
              <a:off x="2496090" y="3057217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336" name="Google Shape;336;p19"/>
          <p:cNvSpPr txBox="1"/>
          <p:nvPr/>
        </p:nvSpPr>
        <p:spPr>
          <a:xfrm>
            <a:off x="1187624" y="1142855"/>
            <a:ext cx="24064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Nuevo^psig:=L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9"/>
          <p:cNvSpPr txBox="1"/>
          <p:nvPr/>
        </p:nvSpPr>
        <p:spPr>
          <a:xfrm>
            <a:off x="3199396" y="3789721"/>
            <a:ext cx="159530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L:=Nuevo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8" name="Google Shape;338;p19"/>
          <p:cNvGrpSpPr/>
          <p:nvPr/>
        </p:nvGrpSpPr>
        <p:grpSpPr>
          <a:xfrm>
            <a:off x="1195156" y="4365104"/>
            <a:ext cx="7515132" cy="1536197"/>
            <a:chOff x="1195156" y="4348396"/>
            <a:chExt cx="7515132" cy="1536197"/>
          </a:xfrm>
        </p:grpSpPr>
        <p:grpSp>
          <p:nvGrpSpPr>
            <p:cNvPr id="339" name="Google Shape;339;p19"/>
            <p:cNvGrpSpPr/>
            <p:nvPr/>
          </p:nvGrpSpPr>
          <p:grpSpPr>
            <a:xfrm>
              <a:off x="1693280" y="5357160"/>
              <a:ext cx="1258626" cy="504056"/>
              <a:chOff x="1674989" y="1988840"/>
              <a:chExt cx="1258626" cy="504056"/>
            </a:xfrm>
          </p:grpSpPr>
          <p:sp>
            <p:nvSpPr>
              <p:cNvPr id="340" name="Google Shape;340;p19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14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2" name="Google Shape;342;p19"/>
            <p:cNvGrpSpPr/>
            <p:nvPr/>
          </p:nvGrpSpPr>
          <p:grpSpPr>
            <a:xfrm>
              <a:off x="3666407" y="5357160"/>
              <a:ext cx="1236642" cy="504056"/>
              <a:chOff x="1674989" y="1988840"/>
              <a:chExt cx="1236642" cy="504056"/>
            </a:xfrm>
          </p:grpSpPr>
          <p:sp>
            <p:nvSpPr>
              <p:cNvPr id="343" name="Google Shape;343;p19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5" name="Google Shape;345;p19"/>
            <p:cNvGrpSpPr/>
            <p:nvPr/>
          </p:nvGrpSpPr>
          <p:grpSpPr>
            <a:xfrm>
              <a:off x="5547508" y="5357160"/>
              <a:ext cx="1258626" cy="504056"/>
              <a:chOff x="1674989" y="1988840"/>
              <a:chExt cx="1258626" cy="504056"/>
            </a:xfrm>
          </p:grpSpPr>
          <p:sp>
            <p:nvSpPr>
              <p:cNvPr id="346" name="Google Shape;346;p19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8" name="Google Shape;348;p19"/>
            <p:cNvGrpSpPr/>
            <p:nvPr/>
          </p:nvGrpSpPr>
          <p:grpSpPr>
            <a:xfrm>
              <a:off x="7486152" y="5380537"/>
              <a:ext cx="1224136" cy="504056"/>
              <a:chOff x="1674989" y="1988840"/>
              <a:chExt cx="1224136" cy="504056"/>
            </a:xfrm>
          </p:grpSpPr>
          <p:sp>
            <p:nvSpPr>
              <p:cNvPr id="349" name="Google Shape;349;p19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2543207" y="1988840"/>
                <a:ext cx="35591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51" name="Google Shape;351;p19"/>
            <p:cNvCxnSpPr>
              <a:endCxn id="346" idx="1"/>
            </p:cNvCxnSpPr>
            <p:nvPr/>
          </p:nvCxnSpPr>
          <p:spPr>
            <a:xfrm>
              <a:off x="4649008" y="5570188"/>
              <a:ext cx="898500" cy="39000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52" name="Google Shape;352;p19"/>
            <p:cNvCxnSpPr/>
            <p:nvPr/>
          </p:nvCxnSpPr>
          <p:spPr>
            <a:xfrm>
              <a:off x="6583444" y="5612994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353" name="Google Shape;353;p19"/>
            <p:cNvGrpSpPr/>
            <p:nvPr/>
          </p:nvGrpSpPr>
          <p:grpSpPr>
            <a:xfrm>
              <a:off x="1195156" y="4348396"/>
              <a:ext cx="635211" cy="1002756"/>
              <a:chOff x="3563888" y="1668114"/>
              <a:chExt cx="635211" cy="1002756"/>
            </a:xfrm>
          </p:grpSpPr>
          <p:sp>
            <p:nvSpPr>
              <p:cNvPr id="354" name="Google Shape;354;p19"/>
              <p:cNvSpPr/>
              <p:nvPr/>
            </p:nvSpPr>
            <p:spPr>
              <a:xfrm>
                <a:off x="3563888" y="1668114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5" name="Google Shape;355;p19"/>
              <p:cNvCxnSpPr/>
              <p:nvPr/>
            </p:nvCxnSpPr>
            <p:spPr>
              <a:xfrm rot="-5400000" flipH="1">
                <a:off x="3684007" y="2155778"/>
                <a:ext cx="750726" cy="279457"/>
              </a:xfrm>
              <a:prstGeom prst="bentConnector3">
                <a:avLst>
                  <a:gd name="adj1" fmla="val 55306"/>
                </a:avLst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cxnSp>
          <p:nvCxnSpPr>
            <p:cNvPr id="356" name="Google Shape;356;p19"/>
            <p:cNvCxnSpPr/>
            <p:nvPr/>
          </p:nvCxnSpPr>
          <p:spPr>
            <a:xfrm>
              <a:off x="2751200" y="5574105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357" name="Google Shape;357;p19"/>
          <p:cNvSpPr txBox="1">
            <a:spLocks noGrp="1"/>
          </p:cNvSpPr>
          <p:nvPr>
            <p:ph type="title"/>
          </p:nvPr>
        </p:nvSpPr>
        <p:spPr>
          <a:xfrm>
            <a:off x="357158" y="214290"/>
            <a:ext cx="3857620" cy="86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Insertar un elemento al principio de la lista</a:t>
            </a:r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4996" y="1962203"/>
            <a:ext cx="7055380" cy="1400530"/>
          </a:xfrm>
        </p:spPr>
        <p:txBody>
          <a:bodyPr/>
          <a:lstStyle/>
          <a:p>
            <a:pPr algn="ctr"/>
            <a:r>
              <a:rPr lang="es-ES" sz="4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Imprimir los elementos de una lista.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910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5257808" cy="108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Imprimir los elementos de una lista.</a:t>
            </a:r>
            <a:endParaRPr sz="2800" dirty="0">
              <a:solidFill>
                <a:schemeClr val="tx1"/>
              </a:solidFill>
            </a:endParaRPr>
          </a:p>
        </p:txBody>
      </p:sp>
      <p:grpSp>
        <p:nvGrpSpPr>
          <p:cNvPr id="191" name="Google Shape;191;p15"/>
          <p:cNvGrpSpPr/>
          <p:nvPr/>
        </p:nvGrpSpPr>
        <p:grpSpPr>
          <a:xfrm>
            <a:off x="1739504" y="1484784"/>
            <a:ext cx="5107314" cy="1530187"/>
            <a:chOff x="3563888" y="1668114"/>
            <a:chExt cx="5107314" cy="1530187"/>
          </a:xfrm>
        </p:grpSpPr>
        <p:grpSp>
          <p:nvGrpSpPr>
            <p:cNvPr id="192" name="Google Shape;192;p15"/>
            <p:cNvGrpSpPr/>
            <p:nvPr/>
          </p:nvGrpSpPr>
          <p:grpSpPr>
            <a:xfrm>
              <a:off x="3627321" y="2670868"/>
              <a:ext cx="1236642" cy="504056"/>
              <a:chOff x="1674989" y="1988840"/>
              <a:chExt cx="1236642" cy="504056"/>
            </a:xfrm>
          </p:grpSpPr>
          <p:sp>
            <p:nvSpPr>
              <p:cNvPr id="193" name="Google Shape;193;p15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15"/>
            <p:cNvGrpSpPr/>
            <p:nvPr/>
          </p:nvGrpSpPr>
          <p:grpSpPr>
            <a:xfrm>
              <a:off x="5508422" y="2670868"/>
              <a:ext cx="1258626" cy="504056"/>
              <a:chOff x="1674989" y="1988840"/>
              <a:chExt cx="1258626" cy="504056"/>
            </a:xfrm>
          </p:grpSpPr>
          <p:sp>
            <p:nvSpPr>
              <p:cNvPr id="196" name="Google Shape;196;p15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198;p15"/>
            <p:cNvGrpSpPr/>
            <p:nvPr/>
          </p:nvGrpSpPr>
          <p:grpSpPr>
            <a:xfrm>
              <a:off x="7447066" y="2694245"/>
              <a:ext cx="1224136" cy="504056"/>
              <a:chOff x="1674989" y="1988840"/>
              <a:chExt cx="1224136" cy="504056"/>
            </a:xfrm>
          </p:grpSpPr>
          <p:sp>
            <p:nvSpPr>
              <p:cNvPr id="199" name="Google Shape;199;p15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2543207" y="1988840"/>
                <a:ext cx="35591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01" name="Google Shape;201;p15"/>
            <p:cNvCxnSpPr>
              <a:endCxn id="196" idx="1"/>
            </p:cNvCxnSpPr>
            <p:nvPr/>
          </p:nvCxnSpPr>
          <p:spPr>
            <a:xfrm>
              <a:off x="4609922" y="2883896"/>
              <a:ext cx="898500" cy="39000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2" name="Google Shape;202;p15"/>
            <p:cNvCxnSpPr/>
            <p:nvPr/>
          </p:nvCxnSpPr>
          <p:spPr>
            <a:xfrm>
              <a:off x="6544358" y="2926702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3" name="Google Shape;203;p15"/>
            <p:cNvGrpSpPr/>
            <p:nvPr/>
          </p:nvGrpSpPr>
          <p:grpSpPr>
            <a:xfrm>
              <a:off x="3563888" y="1668114"/>
              <a:ext cx="635210" cy="1002754"/>
              <a:chOff x="3563888" y="1668114"/>
              <a:chExt cx="635210" cy="1002754"/>
            </a:xfrm>
          </p:grpSpPr>
          <p:sp>
            <p:nvSpPr>
              <p:cNvPr id="204" name="Google Shape;204;p15"/>
              <p:cNvSpPr/>
              <p:nvPr/>
            </p:nvSpPr>
            <p:spPr>
              <a:xfrm>
                <a:off x="3563888" y="1668114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5" name="Google Shape;205;p15"/>
              <p:cNvCxnSpPr/>
              <p:nvPr/>
            </p:nvCxnSpPr>
            <p:spPr>
              <a:xfrm rot="-5400000" flipH="1">
                <a:off x="3684006" y="2155777"/>
                <a:ext cx="750726" cy="279457"/>
              </a:xfrm>
              <a:prstGeom prst="bentConnector3">
                <a:avLst>
                  <a:gd name="adj1" fmla="val 15551"/>
                </a:avLst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sp>
        <p:nvSpPr>
          <p:cNvPr id="206" name="Google Shape;206;p15"/>
          <p:cNvSpPr txBox="1"/>
          <p:nvPr/>
        </p:nvSpPr>
        <p:spPr>
          <a:xfrm>
            <a:off x="3387060" y="3503645"/>
            <a:ext cx="11849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aux:=L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15"/>
          <p:cNvGrpSpPr/>
          <p:nvPr/>
        </p:nvGrpSpPr>
        <p:grpSpPr>
          <a:xfrm>
            <a:off x="904351" y="4251627"/>
            <a:ext cx="6924982" cy="1005195"/>
            <a:chOff x="904351" y="4251627"/>
            <a:chExt cx="6924982" cy="1005195"/>
          </a:xfrm>
        </p:grpSpPr>
        <p:grpSp>
          <p:nvGrpSpPr>
            <p:cNvPr id="208" name="Google Shape;208;p15"/>
            <p:cNvGrpSpPr/>
            <p:nvPr/>
          </p:nvGrpSpPr>
          <p:grpSpPr>
            <a:xfrm>
              <a:off x="904351" y="4251627"/>
              <a:ext cx="1236642" cy="955524"/>
              <a:chOff x="971600" y="2262347"/>
              <a:chExt cx="1236642" cy="955524"/>
            </a:xfrm>
          </p:grpSpPr>
          <p:grpSp>
            <p:nvGrpSpPr>
              <p:cNvPr id="209" name="Google Shape;209;p15"/>
              <p:cNvGrpSpPr/>
              <p:nvPr/>
            </p:nvGrpSpPr>
            <p:grpSpPr>
              <a:xfrm>
                <a:off x="971600" y="2713815"/>
                <a:ext cx="1236642" cy="504056"/>
                <a:chOff x="1674989" y="1988840"/>
                <a:chExt cx="1236642" cy="504056"/>
              </a:xfrm>
            </p:grpSpPr>
            <p:sp>
              <p:nvSpPr>
                <p:cNvPr id="210" name="Google Shape;210;p15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15"/>
                <p:cNvSpPr/>
                <p:nvPr/>
              </p:nvSpPr>
              <p:spPr>
                <a:xfrm>
                  <a:off x="2543207" y="1988840"/>
                  <a:ext cx="368424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2" name="Google Shape;212;p15"/>
              <p:cNvSpPr txBox="1"/>
              <p:nvPr/>
            </p:nvSpPr>
            <p:spPr>
              <a:xfrm>
                <a:off x="999661" y="2262347"/>
                <a:ext cx="71526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aux</a:t>
                </a:r>
                <a:endParaRPr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213;p15"/>
            <p:cNvGrpSpPr/>
            <p:nvPr/>
          </p:nvGrpSpPr>
          <p:grpSpPr>
            <a:xfrm>
              <a:off x="2785452" y="4729389"/>
              <a:ext cx="5043881" cy="527433"/>
              <a:chOff x="1955337" y="2639938"/>
              <a:chExt cx="5043881" cy="527433"/>
            </a:xfrm>
          </p:grpSpPr>
          <p:sp>
            <p:nvSpPr>
              <p:cNvPr id="214" name="Google Shape;214;p15"/>
              <p:cNvSpPr/>
              <p:nvPr/>
            </p:nvSpPr>
            <p:spPr>
              <a:xfrm>
                <a:off x="1955337" y="2639938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2823555" y="2639938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3836438" y="2639938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4704656" y="2639938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5"/>
              <p:cNvSpPr/>
              <p:nvPr/>
            </p:nvSpPr>
            <p:spPr>
              <a:xfrm>
                <a:off x="5775082" y="2663315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6643300" y="2663315"/>
                <a:ext cx="35591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0" name="Google Shape;220;p15"/>
              <p:cNvCxnSpPr>
                <a:endCxn id="216" idx="1"/>
              </p:cNvCxnSpPr>
              <p:nvPr/>
            </p:nvCxnSpPr>
            <p:spPr>
              <a:xfrm>
                <a:off x="2937938" y="2852966"/>
                <a:ext cx="898500" cy="39000"/>
              </a:xfrm>
              <a:prstGeom prst="straightConnector1">
                <a:avLst/>
              </a:prstGeom>
              <a:noFill/>
              <a:ln w="539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21" name="Google Shape;221;p15"/>
              <p:cNvCxnSpPr/>
              <p:nvPr/>
            </p:nvCxnSpPr>
            <p:spPr>
              <a:xfrm>
                <a:off x="4872374" y="2895772"/>
                <a:ext cx="898586" cy="39141"/>
              </a:xfrm>
              <a:prstGeom prst="straightConnector1">
                <a:avLst/>
              </a:prstGeom>
              <a:noFill/>
              <a:ln w="539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cxnSp>
          <p:nvCxnSpPr>
            <p:cNvPr id="222" name="Google Shape;222;p15"/>
            <p:cNvCxnSpPr/>
            <p:nvPr/>
          </p:nvCxnSpPr>
          <p:spPr>
            <a:xfrm>
              <a:off x="1884805" y="4935552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7568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643570" cy="1011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Imprimir los elementos de una lista.</a:t>
            </a:r>
            <a:endParaRPr sz="2000" dirty="0">
              <a:solidFill>
                <a:schemeClr val="tx1"/>
              </a:solidFill>
            </a:endParaRPr>
          </a:p>
        </p:txBody>
      </p:sp>
      <p:pic>
        <p:nvPicPr>
          <p:cNvPr id="229" name="Google Shape;22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60821" y="1910662"/>
            <a:ext cx="1133859" cy="113385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6"/>
          <p:cNvSpPr/>
          <p:nvPr/>
        </p:nvSpPr>
        <p:spPr>
          <a:xfrm>
            <a:off x="7401924" y="2474182"/>
            <a:ext cx="504056" cy="432048"/>
          </a:xfrm>
          <a:prstGeom prst="rect">
            <a:avLst/>
          </a:prstGeom>
          <a:solidFill>
            <a:schemeClr val="lt1"/>
          </a:solidFill>
          <a:ln w="55000" cap="flat" cmpd="thickThin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16"/>
          <p:cNvGrpSpPr/>
          <p:nvPr/>
        </p:nvGrpSpPr>
        <p:grpSpPr>
          <a:xfrm>
            <a:off x="457200" y="2261295"/>
            <a:ext cx="5043881" cy="956733"/>
            <a:chOff x="1815582" y="2405849"/>
            <a:chExt cx="5043881" cy="956733"/>
          </a:xfrm>
        </p:grpSpPr>
        <p:grpSp>
          <p:nvGrpSpPr>
            <p:cNvPr id="232" name="Google Shape;232;p16"/>
            <p:cNvGrpSpPr/>
            <p:nvPr/>
          </p:nvGrpSpPr>
          <p:grpSpPr>
            <a:xfrm>
              <a:off x="1815582" y="2405849"/>
              <a:ext cx="1236642" cy="504056"/>
              <a:chOff x="1674989" y="1988840"/>
              <a:chExt cx="1236642" cy="504056"/>
            </a:xfrm>
          </p:grpSpPr>
          <p:sp>
            <p:nvSpPr>
              <p:cNvPr id="233" name="Google Shape;233;p16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p16"/>
            <p:cNvGrpSpPr/>
            <p:nvPr/>
          </p:nvGrpSpPr>
          <p:grpSpPr>
            <a:xfrm>
              <a:off x="3696683" y="2405849"/>
              <a:ext cx="1258626" cy="504056"/>
              <a:chOff x="1674989" y="1988840"/>
              <a:chExt cx="1258626" cy="504056"/>
            </a:xfrm>
          </p:grpSpPr>
          <p:sp>
            <p:nvSpPr>
              <p:cNvPr id="236" name="Google Shape;236;p16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6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8" name="Google Shape;238;p16"/>
            <p:cNvGrpSpPr/>
            <p:nvPr/>
          </p:nvGrpSpPr>
          <p:grpSpPr>
            <a:xfrm>
              <a:off x="5635327" y="2429226"/>
              <a:ext cx="1224136" cy="504056"/>
              <a:chOff x="1674989" y="1988840"/>
              <a:chExt cx="1224136" cy="504056"/>
            </a:xfrm>
          </p:grpSpPr>
          <p:sp>
            <p:nvSpPr>
              <p:cNvPr id="239" name="Google Shape;239;p16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2543207" y="1988840"/>
                <a:ext cx="35591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41" name="Google Shape;241;p16"/>
            <p:cNvCxnSpPr>
              <a:endCxn id="236" idx="1"/>
            </p:cNvCxnSpPr>
            <p:nvPr/>
          </p:nvCxnSpPr>
          <p:spPr>
            <a:xfrm>
              <a:off x="2798183" y="2618877"/>
              <a:ext cx="898500" cy="39000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2" name="Google Shape;242;p16"/>
            <p:cNvCxnSpPr/>
            <p:nvPr/>
          </p:nvCxnSpPr>
          <p:spPr>
            <a:xfrm>
              <a:off x="4732619" y="2661683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43" name="Google Shape;243;p16"/>
            <p:cNvSpPr txBox="1"/>
            <p:nvPr/>
          </p:nvSpPr>
          <p:spPr>
            <a:xfrm>
              <a:off x="1998210" y="2900917"/>
              <a:ext cx="7152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aux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16"/>
          <p:cNvSpPr txBox="1"/>
          <p:nvPr/>
        </p:nvSpPr>
        <p:spPr>
          <a:xfrm>
            <a:off x="776715" y="1697035"/>
            <a:ext cx="363967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Mientras ( </a:t>
            </a:r>
            <a:r>
              <a:rPr lang="es-ES" sz="2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aux</a:t>
            </a: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&lt;&gt;</a:t>
            </a:r>
            <a:r>
              <a:rPr lang="es-ES" sz="2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nil</a:t>
            </a: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endParaRPr sz="28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16"/>
          <p:cNvGrpSpPr/>
          <p:nvPr/>
        </p:nvGrpSpPr>
        <p:grpSpPr>
          <a:xfrm>
            <a:off x="614580" y="3601457"/>
            <a:ext cx="3102630" cy="956733"/>
            <a:chOff x="614580" y="3601457"/>
            <a:chExt cx="3102630" cy="956733"/>
          </a:xfrm>
        </p:grpSpPr>
        <p:grpSp>
          <p:nvGrpSpPr>
            <p:cNvPr id="246" name="Google Shape;246;p16"/>
            <p:cNvGrpSpPr/>
            <p:nvPr/>
          </p:nvGrpSpPr>
          <p:grpSpPr>
            <a:xfrm>
              <a:off x="614580" y="3601457"/>
              <a:ext cx="3102630" cy="512343"/>
              <a:chOff x="614580" y="3601457"/>
              <a:chExt cx="3102630" cy="512343"/>
            </a:xfrm>
          </p:grpSpPr>
          <p:grpSp>
            <p:nvGrpSpPr>
              <p:cNvPr id="247" name="Google Shape;247;p16"/>
              <p:cNvGrpSpPr/>
              <p:nvPr/>
            </p:nvGrpSpPr>
            <p:grpSpPr>
              <a:xfrm>
                <a:off x="614580" y="3601457"/>
                <a:ext cx="1236642" cy="504056"/>
                <a:chOff x="1674989" y="1988840"/>
                <a:chExt cx="1236642" cy="504056"/>
              </a:xfrm>
            </p:grpSpPr>
            <p:sp>
              <p:nvSpPr>
                <p:cNvPr id="248" name="Google Shape;248;p16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6"/>
                <p:cNvSpPr/>
                <p:nvPr/>
              </p:nvSpPr>
              <p:spPr>
                <a:xfrm>
                  <a:off x="2543207" y="1988840"/>
                  <a:ext cx="368424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0" name="Google Shape;250;p16"/>
              <p:cNvGrpSpPr/>
              <p:nvPr/>
            </p:nvGrpSpPr>
            <p:grpSpPr>
              <a:xfrm>
                <a:off x="2493074" y="3609744"/>
                <a:ext cx="1224136" cy="504056"/>
                <a:chOff x="-184421" y="1965463"/>
                <a:chExt cx="1224136" cy="504056"/>
              </a:xfrm>
            </p:grpSpPr>
            <p:sp>
              <p:nvSpPr>
                <p:cNvPr id="251" name="Google Shape;251;p16"/>
                <p:cNvSpPr/>
                <p:nvPr/>
              </p:nvSpPr>
              <p:spPr>
                <a:xfrm>
                  <a:off x="-184421" y="1965463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12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16"/>
                <p:cNvSpPr/>
                <p:nvPr/>
              </p:nvSpPr>
              <p:spPr>
                <a:xfrm>
                  <a:off x="683797" y="1965463"/>
                  <a:ext cx="355918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253" name="Google Shape;253;p16"/>
              <p:cNvCxnSpPr/>
              <p:nvPr/>
            </p:nvCxnSpPr>
            <p:spPr>
              <a:xfrm>
                <a:off x="1597095" y="3814344"/>
                <a:ext cx="898586" cy="39141"/>
              </a:xfrm>
              <a:prstGeom prst="straightConnector1">
                <a:avLst/>
              </a:prstGeom>
              <a:noFill/>
              <a:ln w="539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254" name="Google Shape;254;p16"/>
            <p:cNvSpPr txBox="1"/>
            <p:nvPr/>
          </p:nvSpPr>
          <p:spPr>
            <a:xfrm>
              <a:off x="797208" y="4096525"/>
              <a:ext cx="7152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aux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6052431" y="3781548"/>
            <a:ext cx="504056" cy="432048"/>
          </a:xfrm>
          <a:prstGeom prst="rect">
            <a:avLst/>
          </a:prstGeom>
          <a:solidFill>
            <a:schemeClr val="lt1"/>
          </a:solidFill>
          <a:ln w="55000" cap="flat" cmpd="thickThin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p16"/>
          <p:cNvGrpSpPr/>
          <p:nvPr/>
        </p:nvGrpSpPr>
        <p:grpSpPr>
          <a:xfrm>
            <a:off x="4089756" y="3218028"/>
            <a:ext cx="1845159" cy="1133859"/>
            <a:chOff x="6060821" y="1910662"/>
            <a:chExt cx="1845159" cy="1133859"/>
          </a:xfrm>
        </p:grpSpPr>
        <p:pic>
          <p:nvPicPr>
            <p:cNvPr id="257" name="Google Shape;257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060821" y="1910662"/>
              <a:ext cx="1133859" cy="1133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16"/>
            <p:cNvSpPr/>
            <p:nvPr/>
          </p:nvSpPr>
          <p:spPr>
            <a:xfrm>
              <a:off x="7401924" y="2474182"/>
              <a:ext cx="504056" cy="432048"/>
            </a:xfrm>
            <a:prstGeom prst="rect">
              <a:avLst/>
            </a:prstGeom>
            <a:solidFill>
              <a:schemeClr val="lt1"/>
            </a:solidFill>
            <a:ln w="55000" cap="flat" cmpd="thickThin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16"/>
          <p:cNvGrpSpPr/>
          <p:nvPr/>
        </p:nvGrpSpPr>
        <p:grpSpPr>
          <a:xfrm>
            <a:off x="1742836" y="4958194"/>
            <a:ext cx="1236642" cy="956733"/>
            <a:chOff x="1815582" y="2405849"/>
            <a:chExt cx="1236642" cy="956733"/>
          </a:xfrm>
        </p:grpSpPr>
        <p:grpSp>
          <p:nvGrpSpPr>
            <p:cNvPr id="260" name="Google Shape;260;p16"/>
            <p:cNvGrpSpPr/>
            <p:nvPr/>
          </p:nvGrpSpPr>
          <p:grpSpPr>
            <a:xfrm>
              <a:off x="1815582" y="2405849"/>
              <a:ext cx="1236642" cy="504056"/>
              <a:chOff x="1674989" y="1988840"/>
              <a:chExt cx="1236642" cy="504056"/>
            </a:xfrm>
          </p:grpSpPr>
          <p:sp>
            <p:nvSpPr>
              <p:cNvPr id="261" name="Google Shape;261;p16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16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16"/>
            <p:cNvSpPr txBox="1"/>
            <p:nvPr/>
          </p:nvSpPr>
          <p:spPr>
            <a:xfrm>
              <a:off x="1998210" y="2900917"/>
              <a:ext cx="71526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aux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16"/>
          <p:cNvSpPr/>
          <p:nvPr/>
        </p:nvSpPr>
        <p:spPr>
          <a:xfrm>
            <a:off x="6690277" y="5246226"/>
            <a:ext cx="504056" cy="432048"/>
          </a:xfrm>
          <a:prstGeom prst="rect">
            <a:avLst/>
          </a:prstGeom>
          <a:solidFill>
            <a:schemeClr val="lt1"/>
          </a:solidFill>
          <a:ln w="55000" cap="flat" cmpd="thickThin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" name="Google Shape;265;p16"/>
          <p:cNvGrpSpPr/>
          <p:nvPr/>
        </p:nvGrpSpPr>
        <p:grpSpPr>
          <a:xfrm>
            <a:off x="4089756" y="4671405"/>
            <a:ext cx="2466731" cy="1133859"/>
            <a:chOff x="4213995" y="3537545"/>
            <a:chExt cx="2466731" cy="1133859"/>
          </a:xfrm>
        </p:grpSpPr>
        <p:sp>
          <p:nvSpPr>
            <p:cNvPr id="266" name="Google Shape;266;p16"/>
            <p:cNvSpPr/>
            <p:nvPr/>
          </p:nvSpPr>
          <p:spPr>
            <a:xfrm>
              <a:off x="6176670" y="4101065"/>
              <a:ext cx="504056" cy="432048"/>
            </a:xfrm>
            <a:prstGeom prst="rect">
              <a:avLst/>
            </a:prstGeom>
            <a:solidFill>
              <a:schemeClr val="lt1"/>
            </a:solidFill>
            <a:ln w="55000" cap="flat" cmpd="thickThin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7" name="Google Shape;267;p16"/>
            <p:cNvGrpSpPr/>
            <p:nvPr/>
          </p:nvGrpSpPr>
          <p:grpSpPr>
            <a:xfrm>
              <a:off x="4213995" y="3537545"/>
              <a:ext cx="1845159" cy="1133859"/>
              <a:chOff x="6060821" y="1910662"/>
              <a:chExt cx="1845159" cy="1133859"/>
            </a:xfrm>
          </p:grpSpPr>
          <p:pic>
            <p:nvPicPr>
              <p:cNvPr id="268" name="Google Shape;268;p16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060821" y="1910662"/>
                <a:ext cx="1133859" cy="11338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9" name="Google Shape;269;p16"/>
              <p:cNvSpPr/>
              <p:nvPr/>
            </p:nvSpPr>
            <p:spPr>
              <a:xfrm>
                <a:off x="7401924" y="2474182"/>
                <a:ext cx="504056" cy="432048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0" name="Google Shape;270;p16"/>
          <p:cNvSpPr txBox="1"/>
          <p:nvPr/>
        </p:nvSpPr>
        <p:spPr>
          <a:xfrm>
            <a:off x="4964366" y="342810"/>
            <a:ext cx="271464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525" marR="0" lvl="0" indent="-95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ES" sz="1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aux</a:t>
            </a:r>
            <a:r>
              <a:rPr lang="es-ES" sz="1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:= L;                                              Mientras ( </a:t>
            </a:r>
            <a:r>
              <a:rPr lang="es-ES" sz="1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aux</a:t>
            </a:r>
            <a:r>
              <a:rPr lang="es-ES" sz="1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&lt;&gt;</a:t>
            </a:r>
            <a:r>
              <a:rPr lang="es-ES" sz="1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nil</a:t>
            </a:r>
            <a:r>
              <a:rPr lang="es-ES" sz="1800" dirty="0">
                <a:solidFill>
                  <a:schemeClr val="tx1"/>
                </a:solidFill>
                <a:sym typeface="Arial"/>
              </a:rPr>
              <a:t> )</a:t>
            </a:r>
            <a:endParaRPr dirty="0">
              <a:solidFill>
                <a:schemeClr val="tx1"/>
              </a:solidFill>
            </a:endParaRPr>
          </a:p>
          <a:p>
            <a:pPr marL="9525" marR="0" lvl="0" indent="-95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ES" sz="1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Imprimir: </a:t>
            </a:r>
            <a:r>
              <a:rPr lang="es-ES" sz="1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aux</a:t>
            </a:r>
            <a:r>
              <a:rPr lang="es-ES" sz="1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^.dato</a:t>
            </a:r>
            <a:endParaRPr sz="18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" marR="0" lvl="0" indent="-95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ES" sz="1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s-ES" sz="1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aux</a:t>
            </a:r>
            <a:r>
              <a:rPr lang="es-ES" sz="1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:=</a:t>
            </a:r>
            <a:r>
              <a:rPr lang="es-ES" sz="1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aux</a:t>
            </a:r>
            <a:r>
              <a:rPr lang="es-ES" sz="1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^.</a:t>
            </a:r>
            <a:r>
              <a:rPr lang="es-ES" sz="1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psig</a:t>
            </a:r>
            <a:endParaRPr sz="18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670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11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11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911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92710" y="2441175"/>
            <a:ext cx="7055380" cy="1400530"/>
          </a:xfrm>
        </p:spPr>
        <p:txBody>
          <a:bodyPr/>
          <a:lstStyle/>
          <a:p>
            <a:r>
              <a:rPr lang="es-ES" sz="4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Insertar un elemento</a:t>
            </a:r>
            <a:br>
              <a:rPr lang="es-ES" sz="4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s-ES" sz="4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 al final de la lista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5691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 txBox="1">
            <a:spLocks noGrp="1"/>
          </p:cNvSpPr>
          <p:nvPr>
            <p:ph type="title"/>
          </p:nvPr>
        </p:nvSpPr>
        <p:spPr>
          <a:xfrm>
            <a:off x="0" y="142876"/>
            <a:ext cx="3643306" cy="857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Insertar un elemento</a:t>
            </a:r>
            <a:br>
              <a:rPr lang="es-E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s-E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 al final de la lista.</a:t>
            </a:r>
            <a:r>
              <a:rPr lang="es-ES" sz="4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s-ES" sz="4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dirty="0">
              <a:solidFill>
                <a:schemeClr val="tx1"/>
              </a:solidFill>
            </a:endParaRPr>
          </a:p>
        </p:txBody>
      </p:sp>
      <p:grpSp>
        <p:nvGrpSpPr>
          <p:cNvPr id="389" name="Google Shape;389;p22"/>
          <p:cNvGrpSpPr/>
          <p:nvPr/>
        </p:nvGrpSpPr>
        <p:grpSpPr>
          <a:xfrm>
            <a:off x="1144686" y="1679239"/>
            <a:ext cx="5107314" cy="1530187"/>
            <a:chOff x="3563888" y="1668114"/>
            <a:chExt cx="5107314" cy="1530187"/>
          </a:xfrm>
        </p:grpSpPr>
        <p:grpSp>
          <p:nvGrpSpPr>
            <p:cNvPr id="390" name="Google Shape;390;p22"/>
            <p:cNvGrpSpPr/>
            <p:nvPr/>
          </p:nvGrpSpPr>
          <p:grpSpPr>
            <a:xfrm>
              <a:off x="3627321" y="2670868"/>
              <a:ext cx="1236642" cy="504056"/>
              <a:chOff x="1674989" y="1988840"/>
              <a:chExt cx="1236642" cy="504056"/>
            </a:xfrm>
          </p:grpSpPr>
          <p:sp>
            <p:nvSpPr>
              <p:cNvPr id="391" name="Google Shape;391;p22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3" name="Google Shape;393;p22"/>
            <p:cNvGrpSpPr/>
            <p:nvPr/>
          </p:nvGrpSpPr>
          <p:grpSpPr>
            <a:xfrm>
              <a:off x="5508422" y="2670868"/>
              <a:ext cx="1258626" cy="504056"/>
              <a:chOff x="1674989" y="1988840"/>
              <a:chExt cx="1258626" cy="504056"/>
            </a:xfrm>
          </p:grpSpPr>
          <p:sp>
            <p:nvSpPr>
              <p:cNvPr id="394" name="Google Shape;394;p22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22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6" name="Google Shape;396;p22"/>
            <p:cNvGrpSpPr/>
            <p:nvPr/>
          </p:nvGrpSpPr>
          <p:grpSpPr>
            <a:xfrm>
              <a:off x="7447066" y="2694245"/>
              <a:ext cx="1224136" cy="504056"/>
              <a:chOff x="1674989" y="1988840"/>
              <a:chExt cx="1224136" cy="504056"/>
            </a:xfrm>
          </p:grpSpPr>
          <p:sp>
            <p:nvSpPr>
              <p:cNvPr id="397" name="Google Shape;397;p22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543207" y="1988840"/>
                <a:ext cx="35591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99" name="Google Shape;399;p22"/>
            <p:cNvCxnSpPr>
              <a:endCxn id="394" idx="1"/>
            </p:cNvCxnSpPr>
            <p:nvPr/>
          </p:nvCxnSpPr>
          <p:spPr>
            <a:xfrm>
              <a:off x="4609922" y="2883896"/>
              <a:ext cx="898500" cy="39000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00" name="Google Shape;400;p22"/>
            <p:cNvCxnSpPr/>
            <p:nvPr/>
          </p:nvCxnSpPr>
          <p:spPr>
            <a:xfrm>
              <a:off x="6544358" y="2926702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401" name="Google Shape;401;p22"/>
            <p:cNvGrpSpPr/>
            <p:nvPr/>
          </p:nvGrpSpPr>
          <p:grpSpPr>
            <a:xfrm>
              <a:off x="3563888" y="1668114"/>
              <a:ext cx="635210" cy="1002754"/>
              <a:chOff x="3563888" y="1668114"/>
              <a:chExt cx="635210" cy="1002754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3563888" y="1668114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03" name="Google Shape;403;p22"/>
              <p:cNvCxnSpPr/>
              <p:nvPr/>
            </p:nvCxnSpPr>
            <p:spPr>
              <a:xfrm rot="-5400000" flipH="1">
                <a:off x="3684006" y="2155777"/>
                <a:ext cx="750726" cy="279457"/>
              </a:xfrm>
              <a:prstGeom prst="bentConnector3">
                <a:avLst>
                  <a:gd name="adj1" fmla="val 15551"/>
                </a:avLst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sp>
        <p:nvSpPr>
          <p:cNvPr id="404" name="Google Shape;404;p22"/>
          <p:cNvSpPr/>
          <p:nvPr/>
        </p:nvSpPr>
        <p:spPr>
          <a:xfrm>
            <a:off x="3798354" y="4462092"/>
            <a:ext cx="504056" cy="432048"/>
          </a:xfrm>
          <a:prstGeom prst="rect">
            <a:avLst/>
          </a:prstGeom>
          <a:solidFill>
            <a:schemeClr val="lt1"/>
          </a:solidFill>
          <a:ln w="55000" cap="flat" cmpd="thickThin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77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5" name="Google Shape;405;p22"/>
          <p:cNvGrpSpPr/>
          <p:nvPr/>
        </p:nvGrpSpPr>
        <p:grpSpPr>
          <a:xfrm>
            <a:off x="1043162" y="4426088"/>
            <a:ext cx="1309841" cy="962013"/>
            <a:chOff x="1187812" y="4207638"/>
            <a:chExt cx="1309841" cy="962013"/>
          </a:xfrm>
        </p:grpSpPr>
        <p:grpSp>
          <p:nvGrpSpPr>
            <p:cNvPr id="406" name="Google Shape;406;p22"/>
            <p:cNvGrpSpPr/>
            <p:nvPr/>
          </p:nvGrpSpPr>
          <p:grpSpPr>
            <a:xfrm>
              <a:off x="1261011" y="4207638"/>
              <a:ext cx="1236642" cy="504056"/>
              <a:chOff x="1674989" y="1988840"/>
              <a:chExt cx="1236642" cy="504056"/>
            </a:xfrm>
          </p:grpSpPr>
          <p:sp>
            <p:nvSpPr>
              <p:cNvPr id="407" name="Google Shape;407;p22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22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9" name="Google Shape;409;p22"/>
            <p:cNvSpPr txBox="1"/>
            <p:nvPr/>
          </p:nvSpPr>
          <p:spPr>
            <a:xfrm>
              <a:off x="1187812" y="4707986"/>
              <a:ext cx="11256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Nuevo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22"/>
          <p:cNvSpPr txBox="1"/>
          <p:nvPr/>
        </p:nvSpPr>
        <p:spPr>
          <a:xfrm>
            <a:off x="928662" y="3879255"/>
            <a:ext cx="27671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 Nuevo Nodo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" name="Google Shape;411;p22"/>
          <p:cNvGrpSpPr/>
          <p:nvPr/>
        </p:nvGrpSpPr>
        <p:grpSpPr>
          <a:xfrm>
            <a:off x="4545409" y="4439538"/>
            <a:ext cx="2364703" cy="989726"/>
            <a:chOff x="4690059" y="4221088"/>
            <a:chExt cx="2364703" cy="989726"/>
          </a:xfrm>
        </p:grpSpPr>
        <p:grpSp>
          <p:nvGrpSpPr>
            <p:cNvPr id="412" name="Google Shape;412;p22"/>
            <p:cNvGrpSpPr/>
            <p:nvPr/>
          </p:nvGrpSpPr>
          <p:grpSpPr>
            <a:xfrm>
              <a:off x="5796136" y="4221088"/>
              <a:ext cx="1258626" cy="504056"/>
              <a:chOff x="1674989" y="1988840"/>
              <a:chExt cx="1258626" cy="504056"/>
            </a:xfrm>
          </p:grpSpPr>
          <p:sp>
            <p:nvSpPr>
              <p:cNvPr id="413" name="Google Shape;413;p22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 smtClean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77</a:t>
                </a:r>
              </a:p>
            </p:txBody>
          </p:sp>
          <p:sp>
            <p:nvSpPr>
              <p:cNvPr id="414" name="Google Shape;414;p22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5" name="Google Shape;415;p22"/>
            <p:cNvSpPr txBox="1"/>
            <p:nvPr/>
          </p:nvSpPr>
          <p:spPr>
            <a:xfrm>
              <a:off x="5893524" y="4749149"/>
              <a:ext cx="11256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Nuevo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6" name="Google Shape;416;p22"/>
            <p:cNvCxnSpPr/>
            <p:nvPr/>
          </p:nvCxnSpPr>
          <p:spPr>
            <a:xfrm>
              <a:off x="4690059" y="4473116"/>
              <a:ext cx="914175" cy="0"/>
            </a:xfrm>
            <a:prstGeom prst="straightConnector1">
              <a:avLst/>
            </a:prstGeom>
            <a:noFill/>
            <a:ln w="1206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23"/>
          <p:cNvGrpSpPr/>
          <p:nvPr/>
        </p:nvGrpSpPr>
        <p:grpSpPr>
          <a:xfrm>
            <a:off x="1619672" y="2918397"/>
            <a:ext cx="5107314" cy="1530187"/>
            <a:chOff x="3563888" y="1668114"/>
            <a:chExt cx="5107314" cy="1530187"/>
          </a:xfrm>
        </p:grpSpPr>
        <p:grpSp>
          <p:nvGrpSpPr>
            <p:cNvPr id="423" name="Google Shape;423;p23"/>
            <p:cNvGrpSpPr/>
            <p:nvPr/>
          </p:nvGrpSpPr>
          <p:grpSpPr>
            <a:xfrm>
              <a:off x="3627321" y="2670868"/>
              <a:ext cx="1236642" cy="504056"/>
              <a:chOff x="1674989" y="1988840"/>
              <a:chExt cx="1236642" cy="504056"/>
            </a:xfrm>
          </p:grpSpPr>
          <p:sp>
            <p:nvSpPr>
              <p:cNvPr id="424" name="Google Shape;424;p23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23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6" name="Google Shape;426;p23"/>
            <p:cNvGrpSpPr/>
            <p:nvPr/>
          </p:nvGrpSpPr>
          <p:grpSpPr>
            <a:xfrm>
              <a:off x="5508422" y="2670868"/>
              <a:ext cx="1258626" cy="504056"/>
              <a:chOff x="1674989" y="1988840"/>
              <a:chExt cx="1258626" cy="504056"/>
            </a:xfrm>
          </p:grpSpPr>
          <p:sp>
            <p:nvSpPr>
              <p:cNvPr id="427" name="Google Shape;427;p23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23"/>
            <p:cNvGrpSpPr/>
            <p:nvPr/>
          </p:nvGrpSpPr>
          <p:grpSpPr>
            <a:xfrm>
              <a:off x="7447066" y="2694245"/>
              <a:ext cx="1224136" cy="504056"/>
              <a:chOff x="1674989" y="1988840"/>
              <a:chExt cx="1224136" cy="504056"/>
            </a:xfrm>
          </p:grpSpPr>
          <p:sp>
            <p:nvSpPr>
              <p:cNvPr id="430" name="Google Shape;430;p23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23"/>
              <p:cNvSpPr/>
              <p:nvPr/>
            </p:nvSpPr>
            <p:spPr>
              <a:xfrm>
                <a:off x="2543207" y="1988840"/>
                <a:ext cx="35591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32" name="Google Shape;432;p23"/>
            <p:cNvCxnSpPr>
              <a:endCxn id="427" idx="1"/>
            </p:cNvCxnSpPr>
            <p:nvPr/>
          </p:nvCxnSpPr>
          <p:spPr>
            <a:xfrm>
              <a:off x="4609922" y="2883896"/>
              <a:ext cx="898500" cy="39000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3" name="Google Shape;433;p23"/>
            <p:cNvCxnSpPr/>
            <p:nvPr/>
          </p:nvCxnSpPr>
          <p:spPr>
            <a:xfrm>
              <a:off x="6544358" y="2926702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434" name="Google Shape;434;p23"/>
            <p:cNvGrpSpPr/>
            <p:nvPr/>
          </p:nvGrpSpPr>
          <p:grpSpPr>
            <a:xfrm>
              <a:off x="3563888" y="1668114"/>
              <a:ext cx="635210" cy="1002754"/>
              <a:chOff x="3563888" y="1668114"/>
              <a:chExt cx="635210" cy="1002754"/>
            </a:xfrm>
          </p:grpSpPr>
          <p:sp>
            <p:nvSpPr>
              <p:cNvPr id="435" name="Google Shape;435;p23"/>
              <p:cNvSpPr/>
              <p:nvPr/>
            </p:nvSpPr>
            <p:spPr>
              <a:xfrm>
                <a:off x="3563888" y="1668114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6" name="Google Shape;436;p23"/>
              <p:cNvCxnSpPr/>
              <p:nvPr/>
            </p:nvCxnSpPr>
            <p:spPr>
              <a:xfrm rot="-5400000" flipH="1">
                <a:off x="3684006" y="2155777"/>
                <a:ext cx="750726" cy="279457"/>
              </a:xfrm>
              <a:prstGeom prst="bentConnector3">
                <a:avLst>
                  <a:gd name="adj1" fmla="val 15551"/>
                </a:avLst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437" name="Google Shape;437;p23"/>
          <p:cNvGrpSpPr/>
          <p:nvPr/>
        </p:nvGrpSpPr>
        <p:grpSpPr>
          <a:xfrm>
            <a:off x="3114913" y="1211507"/>
            <a:ext cx="3198108" cy="2237885"/>
            <a:chOff x="3114913" y="1211507"/>
            <a:chExt cx="3198108" cy="2237885"/>
          </a:xfrm>
        </p:grpSpPr>
        <p:sp>
          <p:nvSpPr>
            <p:cNvPr id="438" name="Google Shape;438;p23"/>
            <p:cNvSpPr txBox="1"/>
            <p:nvPr/>
          </p:nvSpPr>
          <p:spPr>
            <a:xfrm>
              <a:off x="3114913" y="2023063"/>
              <a:ext cx="1522853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3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 = nil</a:t>
              </a:r>
              <a:endPara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9" name="Google Shape;439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075136" y="1211507"/>
              <a:ext cx="2237885" cy="22378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40" name="Google Shape;44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518107">
            <a:off x="5526575" y="4628835"/>
            <a:ext cx="1311410" cy="131141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3"/>
          <p:cNvSpPr txBox="1">
            <a:spLocks noGrp="1"/>
          </p:cNvSpPr>
          <p:nvPr>
            <p:ph type="title"/>
          </p:nvPr>
        </p:nvSpPr>
        <p:spPr>
          <a:xfrm>
            <a:off x="0" y="142876"/>
            <a:ext cx="3643306" cy="857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Insertar un elemento</a:t>
            </a:r>
            <a:br>
              <a:rPr lang="es-E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s-E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 al final de la lista.</a:t>
            </a:r>
            <a:r>
              <a:rPr lang="es-ES" sz="4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s-ES" sz="4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"/>
          <p:cNvSpPr txBox="1"/>
          <p:nvPr/>
        </p:nvSpPr>
        <p:spPr>
          <a:xfrm>
            <a:off x="2708481" y="1033137"/>
            <a:ext cx="47724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mientras ( actual^.</a:t>
            </a:r>
            <a:r>
              <a:rPr lang="es-ES" sz="2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psig</a:t>
            </a: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&lt;&gt;</a:t>
            </a:r>
            <a:r>
              <a:rPr lang="es-ES" sz="2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nil</a:t>
            </a: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000" b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p24"/>
          <p:cNvGrpSpPr/>
          <p:nvPr/>
        </p:nvGrpSpPr>
        <p:grpSpPr>
          <a:xfrm>
            <a:off x="1020007" y="1538724"/>
            <a:ext cx="4285083" cy="967488"/>
            <a:chOff x="3563888" y="1668114"/>
            <a:chExt cx="5427291" cy="1530187"/>
          </a:xfrm>
        </p:grpSpPr>
        <p:grpSp>
          <p:nvGrpSpPr>
            <p:cNvPr id="448" name="Google Shape;448;p24"/>
            <p:cNvGrpSpPr/>
            <p:nvPr/>
          </p:nvGrpSpPr>
          <p:grpSpPr>
            <a:xfrm>
              <a:off x="3627321" y="2670868"/>
              <a:ext cx="1236642" cy="504056"/>
              <a:chOff x="1674989" y="1988840"/>
              <a:chExt cx="1236642" cy="504056"/>
            </a:xfrm>
          </p:grpSpPr>
          <p:sp>
            <p:nvSpPr>
              <p:cNvPr id="449" name="Google Shape;449;p24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1" name="Google Shape;451;p24"/>
            <p:cNvGrpSpPr/>
            <p:nvPr/>
          </p:nvGrpSpPr>
          <p:grpSpPr>
            <a:xfrm>
              <a:off x="5508422" y="2670868"/>
              <a:ext cx="1258626" cy="504056"/>
              <a:chOff x="1674989" y="1988840"/>
              <a:chExt cx="1258626" cy="504056"/>
            </a:xfrm>
          </p:grpSpPr>
          <p:sp>
            <p:nvSpPr>
              <p:cNvPr id="452" name="Google Shape;452;p24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4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4" name="Google Shape;454;p24"/>
            <p:cNvGrpSpPr/>
            <p:nvPr/>
          </p:nvGrpSpPr>
          <p:grpSpPr>
            <a:xfrm>
              <a:off x="7447066" y="2694245"/>
              <a:ext cx="1544113" cy="504056"/>
              <a:chOff x="1674989" y="1988840"/>
              <a:chExt cx="1544113" cy="504056"/>
            </a:xfrm>
          </p:grpSpPr>
          <p:sp>
            <p:nvSpPr>
              <p:cNvPr id="455" name="Google Shape;455;p24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4"/>
              <p:cNvSpPr/>
              <p:nvPr/>
            </p:nvSpPr>
            <p:spPr>
              <a:xfrm>
                <a:off x="2543206" y="1988840"/>
                <a:ext cx="6758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nil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57" name="Google Shape;457;p24"/>
            <p:cNvCxnSpPr>
              <a:endCxn id="452" idx="1"/>
            </p:cNvCxnSpPr>
            <p:nvPr/>
          </p:nvCxnSpPr>
          <p:spPr>
            <a:xfrm>
              <a:off x="4609922" y="2883896"/>
              <a:ext cx="898500" cy="39000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58" name="Google Shape;458;p24"/>
            <p:cNvCxnSpPr/>
            <p:nvPr/>
          </p:nvCxnSpPr>
          <p:spPr>
            <a:xfrm>
              <a:off x="6544358" y="2926702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459" name="Google Shape;459;p24"/>
            <p:cNvGrpSpPr/>
            <p:nvPr/>
          </p:nvGrpSpPr>
          <p:grpSpPr>
            <a:xfrm>
              <a:off x="3563888" y="1668114"/>
              <a:ext cx="635210" cy="1002754"/>
              <a:chOff x="3563888" y="1668114"/>
              <a:chExt cx="635210" cy="1002754"/>
            </a:xfrm>
          </p:grpSpPr>
          <p:sp>
            <p:nvSpPr>
              <p:cNvPr id="460" name="Google Shape;460;p24"/>
              <p:cNvSpPr/>
              <p:nvPr/>
            </p:nvSpPr>
            <p:spPr>
              <a:xfrm>
                <a:off x="3563888" y="1668114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1" name="Google Shape;461;p24"/>
              <p:cNvCxnSpPr/>
              <p:nvPr/>
            </p:nvCxnSpPr>
            <p:spPr>
              <a:xfrm rot="-5400000" flipH="1">
                <a:off x="3684006" y="2155777"/>
                <a:ext cx="750726" cy="279457"/>
              </a:xfrm>
              <a:prstGeom prst="bentConnector3">
                <a:avLst>
                  <a:gd name="adj1" fmla="val 15551"/>
                </a:avLst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cxnSp>
        <p:nvCxnSpPr>
          <p:cNvPr id="462" name="Google Shape;462;p24"/>
          <p:cNvCxnSpPr/>
          <p:nvPr/>
        </p:nvCxnSpPr>
        <p:spPr>
          <a:xfrm rot="10800000" flipH="1">
            <a:off x="1742977" y="2580092"/>
            <a:ext cx="9355" cy="900100"/>
          </a:xfrm>
          <a:prstGeom prst="straightConnector1">
            <a:avLst/>
          </a:prstGeom>
          <a:noFill/>
          <a:ln w="12065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3" name="Google Shape;463;p24"/>
          <p:cNvCxnSpPr/>
          <p:nvPr/>
        </p:nvCxnSpPr>
        <p:spPr>
          <a:xfrm rot="10800000" flipH="1">
            <a:off x="3228187" y="2556372"/>
            <a:ext cx="9355" cy="900100"/>
          </a:xfrm>
          <a:prstGeom prst="straightConnector1">
            <a:avLst/>
          </a:prstGeom>
          <a:noFill/>
          <a:ln w="12065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64" name="Google Shape;464;p24"/>
          <p:cNvGrpSpPr/>
          <p:nvPr/>
        </p:nvGrpSpPr>
        <p:grpSpPr>
          <a:xfrm>
            <a:off x="642910" y="4149080"/>
            <a:ext cx="4248472" cy="2268252"/>
            <a:chOff x="1259632" y="4149080"/>
            <a:chExt cx="4248472" cy="2268252"/>
          </a:xfrm>
        </p:grpSpPr>
        <p:cxnSp>
          <p:nvCxnSpPr>
            <p:cNvPr id="465" name="Google Shape;465;p24"/>
            <p:cNvCxnSpPr/>
            <p:nvPr/>
          </p:nvCxnSpPr>
          <p:spPr>
            <a:xfrm rot="10800000" flipH="1">
              <a:off x="5219158" y="5517232"/>
              <a:ext cx="9355" cy="900100"/>
            </a:xfrm>
            <a:prstGeom prst="straightConnector1">
              <a:avLst/>
            </a:prstGeom>
            <a:noFill/>
            <a:ln w="1206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466" name="Google Shape;466;p24"/>
            <p:cNvGrpSpPr/>
            <p:nvPr/>
          </p:nvGrpSpPr>
          <p:grpSpPr>
            <a:xfrm>
              <a:off x="1259632" y="4149080"/>
              <a:ext cx="4248472" cy="1286799"/>
              <a:chOff x="3563888" y="1668114"/>
              <a:chExt cx="5107315" cy="1530187"/>
            </a:xfrm>
          </p:grpSpPr>
          <p:grpSp>
            <p:nvGrpSpPr>
              <p:cNvPr id="467" name="Google Shape;467;p24"/>
              <p:cNvGrpSpPr/>
              <p:nvPr/>
            </p:nvGrpSpPr>
            <p:grpSpPr>
              <a:xfrm>
                <a:off x="3627321" y="2670868"/>
                <a:ext cx="1236642" cy="504056"/>
                <a:chOff x="1674989" y="1988840"/>
                <a:chExt cx="1236642" cy="504056"/>
              </a:xfrm>
            </p:grpSpPr>
            <p:sp>
              <p:nvSpPr>
                <p:cNvPr id="468" name="Google Shape;468;p24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" name="Google Shape;469;p24"/>
                <p:cNvSpPr/>
                <p:nvPr/>
              </p:nvSpPr>
              <p:spPr>
                <a:xfrm>
                  <a:off x="2543207" y="1988840"/>
                  <a:ext cx="368424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0" name="Google Shape;470;p24"/>
              <p:cNvGrpSpPr/>
              <p:nvPr/>
            </p:nvGrpSpPr>
            <p:grpSpPr>
              <a:xfrm>
                <a:off x="5508422" y="2670868"/>
                <a:ext cx="1258626" cy="504056"/>
                <a:chOff x="1674989" y="1988840"/>
                <a:chExt cx="1258626" cy="504056"/>
              </a:xfrm>
            </p:grpSpPr>
            <p:sp>
              <p:nvSpPr>
                <p:cNvPr id="471" name="Google Shape;471;p24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24"/>
                <p:cNvSpPr/>
                <p:nvPr/>
              </p:nvSpPr>
              <p:spPr>
                <a:xfrm>
                  <a:off x="2543207" y="1988840"/>
                  <a:ext cx="390408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3" name="Google Shape;473;p24"/>
              <p:cNvGrpSpPr/>
              <p:nvPr/>
            </p:nvGrpSpPr>
            <p:grpSpPr>
              <a:xfrm>
                <a:off x="7447066" y="2694245"/>
                <a:ext cx="1224137" cy="504056"/>
                <a:chOff x="1674989" y="1988840"/>
                <a:chExt cx="1224137" cy="504056"/>
              </a:xfrm>
            </p:grpSpPr>
            <p:sp>
              <p:nvSpPr>
                <p:cNvPr id="474" name="Google Shape;474;p24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12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24"/>
                <p:cNvSpPr/>
                <p:nvPr/>
              </p:nvSpPr>
              <p:spPr>
                <a:xfrm>
                  <a:off x="2543205" y="1988840"/>
                  <a:ext cx="355921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476" name="Google Shape;476;p24"/>
              <p:cNvCxnSpPr>
                <a:endCxn id="471" idx="1"/>
              </p:cNvCxnSpPr>
              <p:nvPr/>
            </p:nvCxnSpPr>
            <p:spPr>
              <a:xfrm>
                <a:off x="4609922" y="2883896"/>
                <a:ext cx="898500" cy="39000"/>
              </a:xfrm>
              <a:prstGeom prst="straightConnector1">
                <a:avLst/>
              </a:prstGeom>
              <a:noFill/>
              <a:ln w="539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77" name="Google Shape;477;p24"/>
              <p:cNvCxnSpPr/>
              <p:nvPr/>
            </p:nvCxnSpPr>
            <p:spPr>
              <a:xfrm>
                <a:off x="6544358" y="2926702"/>
                <a:ext cx="898586" cy="39141"/>
              </a:xfrm>
              <a:prstGeom prst="straightConnector1">
                <a:avLst/>
              </a:prstGeom>
              <a:noFill/>
              <a:ln w="539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grpSp>
            <p:nvGrpSpPr>
              <p:cNvPr id="478" name="Google Shape;478;p24"/>
              <p:cNvGrpSpPr/>
              <p:nvPr/>
            </p:nvGrpSpPr>
            <p:grpSpPr>
              <a:xfrm>
                <a:off x="3563888" y="1668114"/>
                <a:ext cx="635210" cy="1002754"/>
                <a:chOff x="3563888" y="1668114"/>
                <a:chExt cx="635210" cy="1002754"/>
              </a:xfrm>
            </p:grpSpPr>
            <p:sp>
              <p:nvSpPr>
                <p:cNvPr id="479" name="Google Shape;479;p24"/>
                <p:cNvSpPr/>
                <p:nvPr/>
              </p:nvSpPr>
              <p:spPr>
                <a:xfrm>
                  <a:off x="3563888" y="1668114"/>
                  <a:ext cx="368424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0" name="Google Shape;480;p24"/>
                <p:cNvCxnSpPr/>
                <p:nvPr/>
              </p:nvCxnSpPr>
              <p:spPr>
                <a:xfrm rot="-5400000" flipH="1">
                  <a:off x="3684006" y="2155777"/>
                  <a:ext cx="750726" cy="279457"/>
                </a:xfrm>
                <a:prstGeom prst="bentConnector3">
                  <a:avLst>
                    <a:gd name="adj1" fmla="val 15551"/>
                  </a:avLst>
                </a:prstGeom>
                <a:noFill/>
                <a:ln w="349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</p:grpSp>
        </p:grpSp>
      </p:grpSp>
      <p:grpSp>
        <p:nvGrpSpPr>
          <p:cNvPr id="481" name="Google Shape;481;p24"/>
          <p:cNvGrpSpPr/>
          <p:nvPr/>
        </p:nvGrpSpPr>
        <p:grpSpPr>
          <a:xfrm>
            <a:off x="4739975" y="5024610"/>
            <a:ext cx="2310539" cy="853733"/>
            <a:chOff x="5356697" y="5024610"/>
            <a:chExt cx="1690575" cy="853733"/>
          </a:xfrm>
        </p:grpSpPr>
        <p:grpSp>
          <p:nvGrpSpPr>
            <p:cNvPr id="482" name="Google Shape;482;p24"/>
            <p:cNvGrpSpPr/>
            <p:nvPr/>
          </p:nvGrpSpPr>
          <p:grpSpPr>
            <a:xfrm>
              <a:off x="6102460" y="5024610"/>
              <a:ext cx="944812" cy="853733"/>
              <a:chOff x="5796136" y="4221088"/>
              <a:chExt cx="1258626" cy="989726"/>
            </a:xfrm>
          </p:grpSpPr>
          <p:grpSp>
            <p:nvGrpSpPr>
              <p:cNvPr id="483" name="Google Shape;483;p24"/>
              <p:cNvGrpSpPr/>
              <p:nvPr/>
            </p:nvGrpSpPr>
            <p:grpSpPr>
              <a:xfrm>
                <a:off x="5796136" y="4221088"/>
                <a:ext cx="1258626" cy="504056"/>
                <a:chOff x="1674989" y="1988840"/>
                <a:chExt cx="1258626" cy="504056"/>
              </a:xfrm>
            </p:grpSpPr>
            <p:sp>
              <p:nvSpPr>
                <p:cNvPr id="484" name="Google Shape;484;p24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 dirty="0" smtClean="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77</a:t>
                  </a:r>
                  <a:endParaRPr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24"/>
                <p:cNvSpPr/>
                <p:nvPr/>
              </p:nvSpPr>
              <p:spPr>
                <a:xfrm>
                  <a:off x="2543207" y="1988840"/>
                  <a:ext cx="390408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86" name="Google Shape;486;p24"/>
              <p:cNvSpPr txBox="1"/>
              <p:nvPr/>
            </p:nvSpPr>
            <p:spPr>
              <a:xfrm>
                <a:off x="5893524" y="4749149"/>
                <a:ext cx="112562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Nuevo</a:t>
                </a:r>
                <a:endParaRPr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87" name="Google Shape;487;p24"/>
            <p:cNvCxnSpPr/>
            <p:nvPr/>
          </p:nvCxnSpPr>
          <p:spPr>
            <a:xfrm>
              <a:off x="5356697" y="5228021"/>
              <a:ext cx="709473" cy="24748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cxnSp>
        <p:nvCxnSpPr>
          <p:cNvPr id="488" name="Google Shape;488;p24"/>
          <p:cNvCxnSpPr/>
          <p:nvPr/>
        </p:nvCxnSpPr>
        <p:spPr>
          <a:xfrm rot="10800000" flipH="1">
            <a:off x="4768187" y="2573182"/>
            <a:ext cx="9355" cy="900100"/>
          </a:xfrm>
          <a:prstGeom prst="straightConnector1">
            <a:avLst/>
          </a:prstGeom>
          <a:noFill/>
          <a:ln w="12065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0" name="Google Shape;490;p24"/>
          <p:cNvSpPr txBox="1">
            <a:spLocks noGrp="1"/>
          </p:cNvSpPr>
          <p:nvPr>
            <p:ph type="title"/>
          </p:nvPr>
        </p:nvSpPr>
        <p:spPr>
          <a:xfrm>
            <a:off x="-1" y="142876"/>
            <a:ext cx="6545944" cy="857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 smtClean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Hay que recorrer la lista hasta encontrar </a:t>
            </a:r>
            <a:r>
              <a:rPr lang="es-ES" sz="2400" dirty="0" err="1" smtClean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nill</a:t>
            </a:r>
            <a:r>
              <a:rPr lang="es-ES" sz="2400" dirty="0" smtClean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s-ES" sz="4400" dirty="0">
                <a:solidFill>
                  <a:srgbClr val="FF8D3E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s-ES" sz="4400" dirty="0">
                <a:solidFill>
                  <a:srgbClr val="FF8D3E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dirty="0"/>
          </a:p>
        </p:txBody>
      </p:sp>
      <p:sp>
        <p:nvSpPr>
          <p:cNvPr id="2" name="CuadroTexto 1"/>
          <p:cNvSpPr txBox="1"/>
          <p:nvPr/>
        </p:nvSpPr>
        <p:spPr>
          <a:xfrm>
            <a:off x="4397828" y="3904343"/>
            <a:ext cx="3918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tx1"/>
                </a:solidFill>
              </a:rPr>
              <a:t>Cuando encuentra actual puntero siguiente toma el valor de nuevo</a:t>
            </a:r>
            <a:endParaRPr lang="es-E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01;p26"/>
          <p:cNvSpPr txBox="1">
            <a:spLocks noGrp="1"/>
          </p:cNvSpPr>
          <p:nvPr>
            <p:ph type="title"/>
          </p:nvPr>
        </p:nvSpPr>
        <p:spPr>
          <a:xfrm>
            <a:off x="873750" y="1963429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Eliminar un elemento de la lista.</a:t>
            </a:r>
            <a:endParaRPr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74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"/>
          <p:cNvSpPr txBox="1">
            <a:spLocks noGrp="1"/>
          </p:cNvSpPr>
          <p:nvPr>
            <p:ph type="title"/>
          </p:nvPr>
        </p:nvSpPr>
        <p:spPr>
          <a:xfrm>
            <a:off x="162550" y="-315314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Eliminar un elemento de la lista.</a:t>
            </a:r>
            <a:endParaRPr sz="2800" dirty="0">
              <a:solidFill>
                <a:schemeClr val="tx1"/>
              </a:solidFill>
            </a:endParaRPr>
          </a:p>
        </p:txBody>
      </p:sp>
      <p:grpSp>
        <p:nvGrpSpPr>
          <p:cNvPr id="502" name="Google Shape;502;p26"/>
          <p:cNvGrpSpPr/>
          <p:nvPr/>
        </p:nvGrpSpPr>
        <p:grpSpPr>
          <a:xfrm>
            <a:off x="1223202" y="1230550"/>
            <a:ext cx="3691946" cy="1089820"/>
            <a:chOff x="3563888" y="1668114"/>
            <a:chExt cx="5107314" cy="1530187"/>
          </a:xfrm>
        </p:grpSpPr>
        <p:grpSp>
          <p:nvGrpSpPr>
            <p:cNvPr id="503" name="Google Shape;503;p26"/>
            <p:cNvGrpSpPr/>
            <p:nvPr/>
          </p:nvGrpSpPr>
          <p:grpSpPr>
            <a:xfrm>
              <a:off x="3627321" y="2670868"/>
              <a:ext cx="1236642" cy="504056"/>
              <a:chOff x="1674989" y="1988840"/>
              <a:chExt cx="1236642" cy="504056"/>
            </a:xfrm>
          </p:grpSpPr>
          <p:sp>
            <p:nvSpPr>
              <p:cNvPr id="504" name="Google Shape;504;p26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" name="Google Shape;506;p26"/>
            <p:cNvGrpSpPr/>
            <p:nvPr/>
          </p:nvGrpSpPr>
          <p:grpSpPr>
            <a:xfrm>
              <a:off x="5508422" y="2670868"/>
              <a:ext cx="1258626" cy="504056"/>
              <a:chOff x="1674989" y="1988840"/>
              <a:chExt cx="1258626" cy="504056"/>
            </a:xfrm>
          </p:grpSpPr>
          <p:sp>
            <p:nvSpPr>
              <p:cNvPr id="507" name="Google Shape;507;p26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26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26"/>
            <p:cNvGrpSpPr/>
            <p:nvPr/>
          </p:nvGrpSpPr>
          <p:grpSpPr>
            <a:xfrm>
              <a:off x="7447066" y="2694245"/>
              <a:ext cx="1224136" cy="504056"/>
              <a:chOff x="1674989" y="1988840"/>
              <a:chExt cx="1224136" cy="504056"/>
            </a:xfrm>
          </p:grpSpPr>
          <p:sp>
            <p:nvSpPr>
              <p:cNvPr id="510" name="Google Shape;510;p26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2543207" y="1988840"/>
                <a:ext cx="35591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12" name="Google Shape;512;p26"/>
            <p:cNvCxnSpPr>
              <a:endCxn id="507" idx="1"/>
            </p:cNvCxnSpPr>
            <p:nvPr/>
          </p:nvCxnSpPr>
          <p:spPr>
            <a:xfrm>
              <a:off x="4609922" y="2883896"/>
              <a:ext cx="898500" cy="39000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13" name="Google Shape;513;p26"/>
            <p:cNvCxnSpPr/>
            <p:nvPr/>
          </p:nvCxnSpPr>
          <p:spPr>
            <a:xfrm>
              <a:off x="6544358" y="2926702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514" name="Google Shape;514;p26"/>
            <p:cNvGrpSpPr/>
            <p:nvPr/>
          </p:nvGrpSpPr>
          <p:grpSpPr>
            <a:xfrm>
              <a:off x="3563888" y="1668114"/>
              <a:ext cx="635210" cy="1002754"/>
              <a:chOff x="3563888" y="1668114"/>
              <a:chExt cx="635210" cy="1002754"/>
            </a:xfrm>
          </p:grpSpPr>
          <p:sp>
            <p:nvSpPr>
              <p:cNvPr id="515" name="Google Shape;515;p26"/>
              <p:cNvSpPr/>
              <p:nvPr/>
            </p:nvSpPr>
            <p:spPr>
              <a:xfrm>
                <a:off x="3563888" y="1668114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6" name="Google Shape;516;p26"/>
              <p:cNvCxnSpPr/>
              <p:nvPr/>
            </p:nvCxnSpPr>
            <p:spPr>
              <a:xfrm rot="-5400000" flipH="1">
                <a:off x="3684006" y="2155777"/>
                <a:ext cx="750726" cy="279457"/>
              </a:xfrm>
              <a:prstGeom prst="bentConnector3">
                <a:avLst>
                  <a:gd name="adj1" fmla="val 15551"/>
                </a:avLst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517" name="Google Shape;517;p26"/>
          <p:cNvGrpSpPr/>
          <p:nvPr/>
        </p:nvGrpSpPr>
        <p:grpSpPr>
          <a:xfrm>
            <a:off x="5291210" y="1364145"/>
            <a:ext cx="2337357" cy="1024844"/>
            <a:chOff x="5291210" y="1364145"/>
            <a:chExt cx="2337357" cy="1024844"/>
          </a:xfrm>
        </p:grpSpPr>
        <p:sp>
          <p:nvSpPr>
            <p:cNvPr id="518" name="Google Shape;518;p26"/>
            <p:cNvSpPr/>
            <p:nvPr/>
          </p:nvSpPr>
          <p:spPr>
            <a:xfrm>
              <a:off x="5807182" y="1364145"/>
              <a:ext cx="504056" cy="432048"/>
            </a:xfrm>
            <a:prstGeom prst="rect">
              <a:avLst/>
            </a:prstGeom>
            <a:solidFill>
              <a:schemeClr val="lt1"/>
            </a:solidFill>
            <a:ln w="55000" cap="flat" cmpd="thickThin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6"/>
            <p:cNvSpPr txBox="1"/>
            <p:nvPr/>
          </p:nvSpPr>
          <p:spPr>
            <a:xfrm>
              <a:off x="5291210" y="1742699"/>
              <a:ext cx="2337357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 smtClean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Elemento a ser eliminado</a:t>
              </a:r>
              <a:endParaRPr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" name="Google Shape;520;p26"/>
          <p:cNvGrpSpPr/>
          <p:nvPr/>
        </p:nvGrpSpPr>
        <p:grpSpPr>
          <a:xfrm>
            <a:off x="971600" y="3134333"/>
            <a:ext cx="7017008" cy="1974483"/>
            <a:chOff x="1438170" y="1837518"/>
            <a:chExt cx="7017008" cy="1974483"/>
          </a:xfrm>
        </p:grpSpPr>
        <p:grpSp>
          <p:nvGrpSpPr>
            <p:cNvPr id="521" name="Google Shape;521;p26"/>
            <p:cNvGrpSpPr/>
            <p:nvPr/>
          </p:nvGrpSpPr>
          <p:grpSpPr>
            <a:xfrm>
              <a:off x="1438170" y="2840272"/>
              <a:ext cx="1258626" cy="504056"/>
              <a:chOff x="1674989" y="1988840"/>
              <a:chExt cx="1258626" cy="504056"/>
            </a:xfrm>
          </p:grpSpPr>
          <p:sp>
            <p:nvSpPr>
              <p:cNvPr id="522" name="Google Shape;522;p26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26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4" name="Google Shape;524;p26"/>
            <p:cNvGrpSpPr/>
            <p:nvPr/>
          </p:nvGrpSpPr>
          <p:grpSpPr>
            <a:xfrm>
              <a:off x="3347864" y="1837518"/>
              <a:ext cx="5107314" cy="1530187"/>
              <a:chOff x="3563888" y="1668114"/>
              <a:chExt cx="5107314" cy="1530187"/>
            </a:xfrm>
          </p:grpSpPr>
          <p:grpSp>
            <p:nvGrpSpPr>
              <p:cNvPr id="525" name="Google Shape;525;p26"/>
              <p:cNvGrpSpPr/>
              <p:nvPr/>
            </p:nvGrpSpPr>
            <p:grpSpPr>
              <a:xfrm>
                <a:off x="3627321" y="2670868"/>
                <a:ext cx="1236642" cy="504056"/>
                <a:chOff x="1674989" y="1988840"/>
                <a:chExt cx="1236642" cy="504056"/>
              </a:xfrm>
            </p:grpSpPr>
            <p:sp>
              <p:nvSpPr>
                <p:cNvPr id="526" name="Google Shape;526;p26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" name="Google Shape;527;p26"/>
                <p:cNvSpPr/>
                <p:nvPr/>
              </p:nvSpPr>
              <p:spPr>
                <a:xfrm>
                  <a:off x="2543207" y="1988840"/>
                  <a:ext cx="368424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8" name="Google Shape;528;p26"/>
              <p:cNvGrpSpPr/>
              <p:nvPr/>
            </p:nvGrpSpPr>
            <p:grpSpPr>
              <a:xfrm>
                <a:off x="5508422" y="2670868"/>
                <a:ext cx="1258626" cy="504056"/>
                <a:chOff x="1674989" y="1988840"/>
                <a:chExt cx="1258626" cy="504056"/>
              </a:xfrm>
            </p:grpSpPr>
            <p:sp>
              <p:nvSpPr>
                <p:cNvPr id="529" name="Google Shape;529;p26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" name="Google Shape;530;p26"/>
                <p:cNvSpPr/>
                <p:nvPr/>
              </p:nvSpPr>
              <p:spPr>
                <a:xfrm>
                  <a:off x="2543207" y="1988840"/>
                  <a:ext cx="390408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1" name="Google Shape;531;p26"/>
              <p:cNvGrpSpPr/>
              <p:nvPr/>
            </p:nvGrpSpPr>
            <p:grpSpPr>
              <a:xfrm>
                <a:off x="7447066" y="2694245"/>
                <a:ext cx="1224136" cy="504056"/>
                <a:chOff x="1674989" y="1988840"/>
                <a:chExt cx="1224136" cy="504056"/>
              </a:xfrm>
            </p:grpSpPr>
            <p:sp>
              <p:nvSpPr>
                <p:cNvPr id="532" name="Google Shape;532;p26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12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26"/>
                <p:cNvSpPr/>
                <p:nvPr/>
              </p:nvSpPr>
              <p:spPr>
                <a:xfrm>
                  <a:off x="2543207" y="1988840"/>
                  <a:ext cx="355918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534" name="Google Shape;534;p26"/>
              <p:cNvCxnSpPr>
                <a:endCxn id="529" idx="1"/>
              </p:cNvCxnSpPr>
              <p:nvPr/>
            </p:nvCxnSpPr>
            <p:spPr>
              <a:xfrm>
                <a:off x="4609922" y="2883896"/>
                <a:ext cx="898500" cy="39000"/>
              </a:xfrm>
              <a:prstGeom prst="straightConnector1">
                <a:avLst/>
              </a:prstGeom>
              <a:noFill/>
              <a:ln w="539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535" name="Google Shape;535;p26"/>
              <p:cNvCxnSpPr/>
              <p:nvPr/>
            </p:nvCxnSpPr>
            <p:spPr>
              <a:xfrm>
                <a:off x="6544358" y="2926702"/>
                <a:ext cx="898586" cy="39141"/>
              </a:xfrm>
              <a:prstGeom prst="straightConnector1">
                <a:avLst/>
              </a:prstGeom>
              <a:noFill/>
              <a:ln w="539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grpSp>
            <p:nvGrpSpPr>
              <p:cNvPr id="536" name="Google Shape;536;p26"/>
              <p:cNvGrpSpPr/>
              <p:nvPr/>
            </p:nvGrpSpPr>
            <p:grpSpPr>
              <a:xfrm>
                <a:off x="3563888" y="1668114"/>
                <a:ext cx="635211" cy="1002756"/>
                <a:chOff x="3563888" y="1668114"/>
                <a:chExt cx="635211" cy="1002756"/>
              </a:xfrm>
            </p:grpSpPr>
            <p:sp>
              <p:nvSpPr>
                <p:cNvPr id="537" name="Google Shape;537;p26"/>
                <p:cNvSpPr/>
                <p:nvPr/>
              </p:nvSpPr>
              <p:spPr>
                <a:xfrm>
                  <a:off x="3563888" y="1668114"/>
                  <a:ext cx="368424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8" name="Google Shape;538;p26"/>
                <p:cNvCxnSpPr/>
                <p:nvPr/>
              </p:nvCxnSpPr>
              <p:spPr>
                <a:xfrm rot="-5400000" flipH="1">
                  <a:off x="3684007" y="2155778"/>
                  <a:ext cx="750726" cy="279457"/>
                </a:xfrm>
                <a:prstGeom prst="bentConnector3">
                  <a:avLst>
                    <a:gd name="adj1" fmla="val 15551"/>
                  </a:avLst>
                </a:prstGeom>
                <a:noFill/>
                <a:ln w="349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</p:grpSp>
        </p:grpSp>
        <p:sp>
          <p:nvSpPr>
            <p:cNvPr id="539" name="Google Shape;539;p26"/>
            <p:cNvSpPr txBox="1"/>
            <p:nvPr/>
          </p:nvSpPr>
          <p:spPr>
            <a:xfrm>
              <a:off x="1467049" y="3350336"/>
              <a:ext cx="10743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actual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0" name="Google Shape;540;p26"/>
            <p:cNvCxnSpPr/>
            <p:nvPr/>
          </p:nvCxnSpPr>
          <p:spPr>
            <a:xfrm>
              <a:off x="2496090" y="3057217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541" name="Google Shape;541;p26"/>
          <p:cNvSpPr txBox="1"/>
          <p:nvPr/>
        </p:nvSpPr>
        <p:spPr>
          <a:xfrm>
            <a:off x="1155586" y="2709060"/>
            <a:ext cx="15440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actual:=L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2" name="Google Shape;542;p26"/>
          <p:cNvGrpSpPr/>
          <p:nvPr/>
        </p:nvGrpSpPr>
        <p:grpSpPr>
          <a:xfrm>
            <a:off x="4202227" y="5001712"/>
            <a:ext cx="1970411" cy="1456148"/>
            <a:chOff x="4202227" y="5001712"/>
            <a:chExt cx="1970411" cy="1456148"/>
          </a:xfrm>
        </p:grpSpPr>
        <p:grpSp>
          <p:nvGrpSpPr>
            <p:cNvPr id="543" name="Google Shape;543;p26"/>
            <p:cNvGrpSpPr/>
            <p:nvPr/>
          </p:nvGrpSpPr>
          <p:grpSpPr>
            <a:xfrm>
              <a:off x="4603138" y="5522971"/>
              <a:ext cx="1258626" cy="504056"/>
              <a:chOff x="5447142" y="5895542"/>
              <a:chExt cx="1258626" cy="504056"/>
            </a:xfrm>
          </p:grpSpPr>
          <p:sp>
            <p:nvSpPr>
              <p:cNvPr id="544" name="Google Shape;544;p26"/>
              <p:cNvSpPr/>
              <p:nvPr/>
            </p:nvSpPr>
            <p:spPr>
              <a:xfrm>
                <a:off x="5447142" y="5895542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26"/>
              <p:cNvSpPr/>
              <p:nvPr/>
            </p:nvSpPr>
            <p:spPr>
              <a:xfrm>
                <a:off x="6315360" y="5895542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6" name="Google Shape;546;p26"/>
            <p:cNvSpPr txBox="1"/>
            <p:nvPr/>
          </p:nvSpPr>
          <p:spPr>
            <a:xfrm>
              <a:off x="4633722" y="5996195"/>
              <a:ext cx="133081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anterior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6"/>
            <p:cNvSpPr txBox="1"/>
            <p:nvPr/>
          </p:nvSpPr>
          <p:spPr>
            <a:xfrm>
              <a:off x="4202227" y="5001712"/>
              <a:ext cx="19704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anterior:=nil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7"/>
          <p:cNvSpPr txBox="1">
            <a:spLocks noGrp="1"/>
          </p:cNvSpPr>
          <p:nvPr>
            <p:ph type="title"/>
          </p:nvPr>
        </p:nvSpPr>
        <p:spPr>
          <a:xfrm>
            <a:off x="121853" y="60266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Eliminar un elemento de la lista.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553" name="Google Shape;553;p27"/>
          <p:cNvSpPr txBox="1"/>
          <p:nvPr/>
        </p:nvSpPr>
        <p:spPr>
          <a:xfrm>
            <a:off x="304407" y="1378813"/>
            <a:ext cx="811311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mientras (actual &lt;&gt;</a:t>
            </a:r>
            <a:r>
              <a:rPr lang="es-ES" sz="2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nil</a:t>
            </a: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) and (</a:t>
            </a:r>
            <a:r>
              <a:rPr lang="es-ES" sz="2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actual^.dato</a:t>
            </a: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&lt;&gt; </a:t>
            </a:r>
            <a:r>
              <a:rPr lang="es-ES" sz="2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elem</a:t>
            </a: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000" b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4" name="Google Shape;554;p27"/>
          <p:cNvGrpSpPr/>
          <p:nvPr/>
        </p:nvGrpSpPr>
        <p:grpSpPr>
          <a:xfrm>
            <a:off x="1475656" y="2348880"/>
            <a:ext cx="4799484" cy="1070488"/>
            <a:chOff x="2912372" y="1505208"/>
            <a:chExt cx="6078807" cy="1693093"/>
          </a:xfrm>
        </p:grpSpPr>
        <p:grpSp>
          <p:nvGrpSpPr>
            <p:cNvPr id="555" name="Google Shape;555;p27"/>
            <p:cNvGrpSpPr/>
            <p:nvPr/>
          </p:nvGrpSpPr>
          <p:grpSpPr>
            <a:xfrm>
              <a:off x="3627321" y="2670868"/>
              <a:ext cx="1236642" cy="504056"/>
              <a:chOff x="1674989" y="1988840"/>
              <a:chExt cx="1236642" cy="504056"/>
            </a:xfrm>
          </p:grpSpPr>
          <p:sp>
            <p:nvSpPr>
              <p:cNvPr id="556" name="Google Shape;556;p27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27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27"/>
            <p:cNvGrpSpPr/>
            <p:nvPr/>
          </p:nvGrpSpPr>
          <p:grpSpPr>
            <a:xfrm>
              <a:off x="5508422" y="2670868"/>
              <a:ext cx="1258626" cy="504056"/>
              <a:chOff x="1674989" y="1988840"/>
              <a:chExt cx="1258626" cy="504056"/>
            </a:xfrm>
          </p:grpSpPr>
          <p:sp>
            <p:nvSpPr>
              <p:cNvPr id="559" name="Google Shape;559;p27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27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1" name="Google Shape;561;p27"/>
            <p:cNvGrpSpPr/>
            <p:nvPr/>
          </p:nvGrpSpPr>
          <p:grpSpPr>
            <a:xfrm>
              <a:off x="7447066" y="2694245"/>
              <a:ext cx="1544113" cy="504056"/>
              <a:chOff x="1674989" y="1988840"/>
              <a:chExt cx="1544113" cy="504056"/>
            </a:xfrm>
          </p:grpSpPr>
          <p:sp>
            <p:nvSpPr>
              <p:cNvPr id="562" name="Google Shape;562;p27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27"/>
              <p:cNvSpPr/>
              <p:nvPr/>
            </p:nvSpPr>
            <p:spPr>
              <a:xfrm>
                <a:off x="2543206" y="1988840"/>
                <a:ext cx="6758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nil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64" name="Google Shape;564;p27"/>
            <p:cNvCxnSpPr>
              <a:endCxn id="559" idx="1"/>
            </p:cNvCxnSpPr>
            <p:nvPr/>
          </p:nvCxnSpPr>
          <p:spPr>
            <a:xfrm>
              <a:off x="4609922" y="2883896"/>
              <a:ext cx="898500" cy="39000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65" name="Google Shape;565;p27"/>
            <p:cNvCxnSpPr/>
            <p:nvPr/>
          </p:nvCxnSpPr>
          <p:spPr>
            <a:xfrm>
              <a:off x="6544358" y="2926702"/>
              <a:ext cx="898586" cy="39141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566" name="Google Shape;566;p27"/>
            <p:cNvGrpSpPr/>
            <p:nvPr/>
          </p:nvGrpSpPr>
          <p:grpSpPr>
            <a:xfrm>
              <a:off x="2912372" y="1505208"/>
              <a:ext cx="1286725" cy="1165660"/>
              <a:chOff x="2912372" y="1505208"/>
              <a:chExt cx="1286725" cy="1165660"/>
            </a:xfrm>
          </p:grpSpPr>
          <p:sp>
            <p:nvSpPr>
              <p:cNvPr id="567" name="Google Shape;567;p27"/>
              <p:cNvSpPr/>
              <p:nvPr/>
            </p:nvSpPr>
            <p:spPr>
              <a:xfrm>
                <a:off x="2912372" y="1505208"/>
                <a:ext cx="1079252" cy="504057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actual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68" name="Google Shape;568;p27"/>
              <p:cNvCxnSpPr/>
              <p:nvPr/>
            </p:nvCxnSpPr>
            <p:spPr>
              <a:xfrm rot="-5400000" flipH="1">
                <a:off x="3684006" y="2155777"/>
                <a:ext cx="750726" cy="279457"/>
              </a:xfrm>
              <a:prstGeom prst="bentConnector3">
                <a:avLst>
                  <a:gd name="adj1" fmla="val 15551"/>
                </a:avLst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cxnSp>
        <p:nvCxnSpPr>
          <p:cNvPr id="569" name="Google Shape;569;p27"/>
          <p:cNvCxnSpPr/>
          <p:nvPr/>
        </p:nvCxnSpPr>
        <p:spPr>
          <a:xfrm rot="10800000" flipH="1">
            <a:off x="2713027" y="3417045"/>
            <a:ext cx="9355" cy="900100"/>
          </a:xfrm>
          <a:prstGeom prst="straightConnector1">
            <a:avLst/>
          </a:prstGeom>
          <a:noFill/>
          <a:ln w="120650" cap="flat" cmpd="sng">
            <a:solidFill>
              <a:srgbClr val="0C0C0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0" name="Google Shape;570;p27"/>
          <p:cNvCxnSpPr/>
          <p:nvPr/>
        </p:nvCxnSpPr>
        <p:spPr>
          <a:xfrm rot="10800000" flipH="1">
            <a:off x="4179025" y="3462358"/>
            <a:ext cx="9355" cy="900100"/>
          </a:xfrm>
          <a:prstGeom prst="straightConnector1">
            <a:avLst/>
          </a:prstGeom>
          <a:noFill/>
          <a:ln w="1206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1" name="Google Shape;571;p27"/>
          <p:cNvSpPr txBox="1"/>
          <p:nvPr/>
        </p:nvSpPr>
        <p:spPr>
          <a:xfrm rot="-1310173">
            <a:off x="4651633" y="4397645"/>
            <a:ext cx="29036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Dato encontrado</a:t>
            </a:r>
            <a:endParaRPr sz="2400" b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p27"/>
          <p:cNvCxnSpPr/>
          <p:nvPr/>
        </p:nvCxnSpPr>
        <p:spPr>
          <a:xfrm rot="10800000" flipH="1">
            <a:off x="2318418" y="3462358"/>
            <a:ext cx="9355" cy="900100"/>
          </a:xfrm>
          <a:prstGeom prst="straightConnector1">
            <a:avLst/>
          </a:prstGeom>
          <a:noFill/>
          <a:ln w="1206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8"/>
          <p:cNvSpPr txBox="1">
            <a:spLocks noGrp="1"/>
          </p:cNvSpPr>
          <p:nvPr>
            <p:ph type="title"/>
          </p:nvPr>
        </p:nvSpPr>
        <p:spPr>
          <a:xfrm>
            <a:off x="-79119" y="1689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Eliminar un elemento de la lista.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578" name="Google Shape;578;p28"/>
          <p:cNvSpPr txBox="1"/>
          <p:nvPr/>
        </p:nvSpPr>
        <p:spPr>
          <a:xfrm>
            <a:off x="304407" y="1378813"/>
            <a:ext cx="42707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Anterior^.</a:t>
            </a:r>
            <a:r>
              <a:rPr lang="es-ES" sz="2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psig</a:t>
            </a:r>
            <a:r>
              <a:rPr lang="es-ES" sz="2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=actual^.</a:t>
            </a:r>
            <a:r>
              <a:rPr lang="es-ES" sz="28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sig</a:t>
            </a:r>
            <a:endParaRPr sz="2000" b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9" name="Google Shape;579;p28"/>
          <p:cNvGrpSpPr/>
          <p:nvPr/>
        </p:nvGrpSpPr>
        <p:grpSpPr>
          <a:xfrm>
            <a:off x="1907705" y="1986569"/>
            <a:ext cx="4799483" cy="1070487"/>
            <a:chOff x="2912372" y="1505208"/>
            <a:chExt cx="6078804" cy="1693092"/>
          </a:xfrm>
        </p:grpSpPr>
        <p:grpSp>
          <p:nvGrpSpPr>
            <p:cNvPr id="580" name="Google Shape;580;p28"/>
            <p:cNvGrpSpPr/>
            <p:nvPr/>
          </p:nvGrpSpPr>
          <p:grpSpPr>
            <a:xfrm>
              <a:off x="3627320" y="2670868"/>
              <a:ext cx="1236642" cy="504056"/>
              <a:chOff x="1674989" y="1988840"/>
              <a:chExt cx="1236642" cy="504056"/>
            </a:xfrm>
          </p:grpSpPr>
          <p:sp>
            <p:nvSpPr>
              <p:cNvPr id="581" name="Google Shape;581;p28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28"/>
              <p:cNvSpPr/>
              <p:nvPr/>
            </p:nvSpPr>
            <p:spPr>
              <a:xfrm>
                <a:off x="2543207" y="1988840"/>
                <a:ext cx="368424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3" name="Google Shape;583;p28"/>
            <p:cNvGrpSpPr/>
            <p:nvPr/>
          </p:nvGrpSpPr>
          <p:grpSpPr>
            <a:xfrm>
              <a:off x="5508420" y="2670868"/>
              <a:ext cx="1258625" cy="504056"/>
              <a:chOff x="1674989" y="1988840"/>
              <a:chExt cx="1258626" cy="504056"/>
            </a:xfrm>
          </p:grpSpPr>
          <p:sp>
            <p:nvSpPr>
              <p:cNvPr id="584" name="Google Shape;584;p28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28"/>
              <p:cNvSpPr/>
              <p:nvPr/>
            </p:nvSpPr>
            <p:spPr>
              <a:xfrm>
                <a:off x="2543207" y="1988840"/>
                <a:ext cx="390408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6" name="Google Shape;586;p28"/>
            <p:cNvGrpSpPr/>
            <p:nvPr/>
          </p:nvGrpSpPr>
          <p:grpSpPr>
            <a:xfrm>
              <a:off x="7447063" y="2694245"/>
              <a:ext cx="1544113" cy="504055"/>
              <a:chOff x="1674989" y="1988840"/>
              <a:chExt cx="1544113" cy="504056"/>
            </a:xfrm>
          </p:grpSpPr>
          <p:sp>
            <p:nvSpPr>
              <p:cNvPr id="587" name="Google Shape;587;p28"/>
              <p:cNvSpPr/>
              <p:nvPr/>
            </p:nvSpPr>
            <p:spPr>
              <a:xfrm>
                <a:off x="1674989" y="1988840"/>
                <a:ext cx="8640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28"/>
              <p:cNvSpPr/>
              <p:nvPr/>
            </p:nvSpPr>
            <p:spPr>
              <a:xfrm>
                <a:off x="2543206" y="1988840"/>
                <a:ext cx="675896" cy="504056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nil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89" name="Google Shape;589;p28"/>
            <p:cNvCxnSpPr>
              <a:endCxn id="584" idx="1"/>
            </p:cNvCxnSpPr>
            <p:nvPr/>
          </p:nvCxnSpPr>
          <p:spPr>
            <a:xfrm>
              <a:off x="4609920" y="2883896"/>
              <a:ext cx="898500" cy="39000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90" name="Google Shape;590;p28"/>
            <p:cNvCxnSpPr/>
            <p:nvPr/>
          </p:nvCxnSpPr>
          <p:spPr>
            <a:xfrm>
              <a:off x="6544356" y="2926702"/>
              <a:ext cx="898586" cy="39142"/>
            </a:xfrm>
            <a:prstGeom prst="straightConnector1">
              <a:avLst/>
            </a:prstGeom>
            <a:noFill/>
            <a:ln w="539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591" name="Google Shape;591;p28"/>
            <p:cNvGrpSpPr/>
            <p:nvPr/>
          </p:nvGrpSpPr>
          <p:grpSpPr>
            <a:xfrm>
              <a:off x="2912372" y="1505208"/>
              <a:ext cx="1286725" cy="1165660"/>
              <a:chOff x="2912372" y="1505208"/>
              <a:chExt cx="1286725" cy="1165660"/>
            </a:xfrm>
          </p:grpSpPr>
          <p:sp>
            <p:nvSpPr>
              <p:cNvPr id="592" name="Google Shape;592;p28"/>
              <p:cNvSpPr/>
              <p:nvPr/>
            </p:nvSpPr>
            <p:spPr>
              <a:xfrm>
                <a:off x="2912372" y="1505208"/>
                <a:ext cx="1079252" cy="504057"/>
              </a:xfrm>
              <a:prstGeom prst="rect">
                <a:avLst/>
              </a:prstGeom>
              <a:solidFill>
                <a:schemeClr val="lt1"/>
              </a:solidFill>
              <a:ln w="55000" cap="flat" cmpd="thickThin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actual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93" name="Google Shape;593;p28"/>
              <p:cNvCxnSpPr/>
              <p:nvPr/>
            </p:nvCxnSpPr>
            <p:spPr>
              <a:xfrm rot="-5400000" flipH="1">
                <a:off x="3684006" y="2155777"/>
                <a:ext cx="750726" cy="279457"/>
              </a:xfrm>
              <a:prstGeom prst="bentConnector3">
                <a:avLst>
                  <a:gd name="adj1" fmla="val 15551"/>
                </a:avLst>
              </a:prstGeom>
              <a:noFill/>
              <a:ln w="349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cxnSp>
        <p:nvCxnSpPr>
          <p:cNvPr id="594" name="Google Shape;594;p28"/>
          <p:cNvCxnSpPr/>
          <p:nvPr/>
        </p:nvCxnSpPr>
        <p:spPr>
          <a:xfrm rot="10800000" flipH="1">
            <a:off x="6175936" y="3057057"/>
            <a:ext cx="9355" cy="900100"/>
          </a:xfrm>
          <a:prstGeom prst="straightConnector1">
            <a:avLst/>
          </a:prstGeom>
          <a:noFill/>
          <a:ln w="1206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5" name="Google Shape;595;p28"/>
          <p:cNvCxnSpPr/>
          <p:nvPr/>
        </p:nvCxnSpPr>
        <p:spPr>
          <a:xfrm rot="10800000" flipH="1">
            <a:off x="2763241" y="3049299"/>
            <a:ext cx="9355" cy="900100"/>
          </a:xfrm>
          <a:prstGeom prst="straightConnector1">
            <a:avLst/>
          </a:prstGeom>
          <a:noFill/>
          <a:ln w="1206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6" name="Google Shape;596;p28"/>
          <p:cNvCxnSpPr/>
          <p:nvPr/>
        </p:nvCxnSpPr>
        <p:spPr>
          <a:xfrm>
            <a:off x="3303127" y="2851193"/>
            <a:ext cx="2179786" cy="38719"/>
          </a:xfrm>
          <a:prstGeom prst="straightConnector1">
            <a:avLst/>
          </a:prstGeom>
          <a:noFill/>
          <a:ln w="11430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97" name="Google Shape;597;p28"/>
          <p:cNvGrpSpPr/>
          <p:nvPr/>
        </p:nvGrpSpPr>
        <p:grpSpPr>
          <a:xfrm>
            <a:off x="2746288" y="4377082"/>
            <a:ext cx="3674765" cy="1619794"/>
            <a:chOff x="2746288" y="4377082"/>
            <a:chExt cx="3674765" cy="1619794"/>
          </a:xfrm>
        </p:grpSpPr>
        <p:grpSp>
          <p:nvGrpSpPr>
            <p:cNvPr id="598" name="Google Shape;598;p28"/>
            <p:cNvGrpSpPr/>
            <p:nvPr/>
          </p:nvGrpSpPr>
          <p:grpSpPr>
            <a:xfrm>
              <a:off x="3129579" y="4941168"/>
              <a:ext cx="3291474" cy="1055708"/>
              <a:chOff x="2912372" y="1505208"/>
              <a:chExt cx="4168831" cy="1669717"/>
            </a:xfrm>
          </p:grpSpPr>
          <p:grpSp>
            <p:nvGrpSpPr>
              <p:cNvPr id="599" name="Google Shape;599;p28"/>
              <p:cNvGrpSpPr/>
              <p:nvPr/>
            </p:nvGrpSpPr>
            <p:grpSpPr>
              <a:xfrm>
                <a:off x="3627321" y="2670868"/>
                <a:ext cx="1236642" cy="504056"/>
                <a:chOff x="1674989" y="1988840"/>
                <a:chExt cx="1236642" cy="504056"/>
              </a:xfrm>
            </p:grpSpPr>
            <p:sp>
              <p:nvSpPr>
                <p:cNvPr id="600" name="Google Shape;600;p28"/>
                <p:cNvSpPr/>
                <p:nvPr/>
              </p:nvSpPr>
              <p:spPr>
                <a:xfrm>
                  <a:off x="1674989" y="1988840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1" name="Google Shape;601;p28"/>
                <p:cNvSpPr/>
                <p:nvPr/>
              </p:nvSpPr>
              <p:spPr>
                <a:xfrm>
                  <a:off x="2543207" y="1988840"/>
                  <a:ext cx="368424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2" name="Google Shape;602;p28"/>
              <p:cNvGrpSpPr/>
              <p:nvPr/>
            </p:nvGrpSpPr>
            <p:grpSpPr>
              <a:xfrm>
                <a:off x="5537090" y="2670869"/>
                <a:ext cx="1544113" cy="504056"/>
                <a:chOff x="-234987" y="1965464"/>
                <a:chExt cx="1544113" cy="504056"/>
              </a:xfrm>
            </p:grpSpPr>
            <p:sp>
              <p:nvSpPr>
                <p:cNvPr id="603" name="Google Shape;603;p28"/>
                <p:cNvSpPr/>
                <p:nvPr/>
              </p:nvSpPr>
              <p:spPr>
                <a:xfrm>
                  <a:off x="-234987" y="1965464"/>
                  <a:ext cx="8640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12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4" name="Google Shape;604;p28"/>
                <p:cNvSpPr/>
                <p:nvPr/>
              </p:nvSpPr>
              <p:spPr>
                <a:xfrm>
                  <a:off x="633230" y="1965464"/>
                  <a:ext cx="675896" cy="504056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nil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605" name="Google Shape;605;p28"/>
              <p:cNvCxnSpPr/>
              <p:nvPr/>
            </p:nvCxnSpPr>
            <p:spPr>
              <a:xfrm>
                <a:off x="4609836" y="2883755"/>
                <a:ext cx="898586" cy="39141"/>
              </a:xfrm>
              <a:prstGeom prst="straightConnector1">
                <a:avLst/>
              </a:prstGeom>
              <a:noFill/>
              <a:ln w="539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grpSp>
            <p:nvGrpSpPr>
              <p:cNvPr id="606" name="Google Shape;606;p28"/>
              <p:cNvGrpSpPr/>
              <p:nvPr/>
            </p:nvGrpSpPr>
            <p:grpSpPr>
              <a:xfrm>
                <a:off x="2912372" y="1505208"/>
                <a:ext cx="1286725" cy="1165660"/>
                <a:chOff x="2912372" y="1505208"/>
                <a:chExt cx="1286725" cy="1165660"/>
              </a:xfrm>
            </p:grpSpPr>
            <p:sp>
              <p:nvSpPr>
                <p:cNvPr id="607" name="Google Shape;607;p28"/>
                <p:cNvSpPr/>
                <p:nvPr/>
              </p:nvSpPr>
              <p:spPr>
                <a:xfrm>
                  <a:off x="2912372" y="1505208"/>
                  <a:ext cx="1079252" cy="504057"/>
                </a:xfrm>
                <a:prstGeom prst="rect">
                  <a:avLst/>
                </a:prstGeom>
                <a:solidFill>
                  <a:schemeClr val="lt1"/>
                </a:solidFill>
                <a:ln w="55000" cap="flat" cmpd="thickThin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08" name="Google Shape;608;p28"/>
                <p:cNvCxnSpPr/>
                <p:nvPr/>
              </p:nvCxnSpPr>
              <p:spPr>
                <a:xfrm rot="-5400000" flipH="1">
                  <a:off x="3684006" y="2155777"/>
                  <a:ext cx="750726" cy="279457"/>
                </a:xfrm>
                <a:prstGeom prst="bentConnector3">
                  <a:avLst>
                    <a:gd name="adj1" fmla="val 15551"/>
                  </a:avLst>
                </a:prstGeom>
                <a:noFill/>
                <a:ln w="349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</p:grpSp>
        </p:grpSp>
        <p:sp>
          <p:nvSpPr>
            <p:cNvPr id="609" name="Google Shape;609;p28"/>
            <p:cNvSpPr txBox="1"/>
            <p:nvPr/>
          </p:nvSpPr>
          <p:spPr>
            <a:xfrm>
              <a:off x="2746288" y="4377082"/>
              <a:ext cx="348524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Como queda la Lista</a:t>
              </a:r>
              <a:endParaRPr sz="20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280</TotalTime>
  <Words>680</Words>
  <Application>Microsoft Office PowerPoint</Application>
  <PresentationFormat>Presentación en pantalla (4:3)</PresentationFormat>
  <Paragraphs>212</Paragraphs>
  <Slides>27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6" baseType="lpstr">
      <vt:lpstr>Arial</vt:lpstr>
      <vt:lpstr>Calibri</vt:lpstr>
      <vt:lpstr>Century Gothic</vt:lpstr>
      <vt:lpstr>Lucida Sans</vt:lpstr>
      <vt:lpstr>Lucida Sans Unicode</vt:lpstr>
      <vt:lpstr>Noto Sans Symbols</vt:lpstr>
      <vt:lpstr>Verdana</vt:lpstr>
      <vt:lpstr>Wingdings 3</vt:lpstr>
      <vt:lpstr>Ion</vt:lpstr>
      <vt:lpstr>ALGORITMO  y  ESTRUCTURA DE DATOS II</vt:lpstr>
      <vt:lpstr>UNIDAD N° 3: </vt:lpstr>
      <vt:lpstr>Estructuras de Datos lineales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Declaración en c</vt:lpstr>
      <vt:lpstr>OPERACIONES BÁSICAS PARA EL MANEJO DE LISTAS ENLAZADAS   </vt:lpstr>
      <vt:lpstr>Insertar un elemento al principio de la lista  </vt:lpstr>
      <vt:lpstr>Insertar un elemento  al final de la lista.  </vt:lpstr>
      <vt:lpstr>Insertar un elemento al principio de la lista</vt:lpstr>
      <vt:lpstr>Insertar un elemento al principio de la lista</vt:lpstr>
      <vt:lpstr>Imprimir los elementos de una lista.</vt:lpstr>
      <vt:lpstr>Imprimir los elementos de una lista.</vt:lpstr>
      <vt:lpstr>Imprimir los elementos de una lista.</vt:lpstr>
      <vt:lpstr>Insertar un elemento  al final de la lista</vt:lpstr>
      <vt:lpstr>Insertar un elemento  al final de la lista. </vt:lpstr>
      <vt:lpstr>Insertar un elemento  al final de la lista. </vt:lpstr>
      <vt:lpstr>Hay que recorrer la lista hasta encontrar nill. </vt:lpstr>
      <vt:lpstr>Eliminar un elemento de la lista.</vt:lpstr>
      <vt:lpstr>Eliminar un elemento de la lista.</vt:lpstr>
      <vt:lpstr>Eliminar un elemento de la lista.</vt:lpstr>
      <vt:lpstr>Eliminar un elemento de la lista.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  y  ESTRUCTURA DE DATOS II</dc:title>
  <dc:creator>Usuario</dc:creator>
  <cp:lastModifiedBy>HPx360</cp:lastModifiedBy>
  <cp:revision>18</cp:revision>
  <dcterms:created xsi:type="dcterms:W3CDTF">2013-04-03T19:06:37Z</dcterms:created>
  <dcterms:modified xsi:type="dcterms:W3CDTF">2026-05-20T19:15:57Z</dcterms:modified>
</cp:coreProperties>
</file>